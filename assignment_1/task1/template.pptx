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1" r:id="rId1"/>
  </p:sldMasterIdLst>
  <p:notesMasterIdLst>
    <p:notesMasterId r:id="rId11"/>
  </p:notesMasterIdLst>
  <p:sldIdLst>
    <p:sldId id="256" r:id="rId2"/>
    <p:sldId id="257" r:id="rId3"/>
    <p:sldId id="281" r:id="rId4"/>
    <p:sldId id="258" r:id="rId5"/>
    <p:sldId id="259" r:id="rId6"/>
    <p:sldId id="282" r:id="rId7"/>
    <p:sldId id="283" r:id="rId8"/>
    <p:sldId id="284" r:id="rId9"/>
    <p:sldId id="279" r:id="rId10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1B2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50" y="4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isco Silva" userId="a288cbaf746e6d0a" providerId="LiveId" clId="{4EFD071F-5353-44F5-81BE-1C2D6554C15B}"/>
    <pc:docChg chg="undo custSel addSld delSld modSld delMainMaster">
      <pc:chgData name="Francisco Silva" userId="a288cbaf746e6d0a" providerId="LiveId" clId="{4EFD071F-5353-44F5-81BE-1C2D6554C15B}" dt="2026-03-17T09:16:27.774" v="1292" actId="47"/>
      <pc:docMkLst>
        <pc:docMk/>
      </pc:docMkLst>
      <pc:sldChg chg="addSp delSp modSp mod">
        <pc:chgData name="Francisco Silva" userId="a288cbaf746e6d0a" providerId="LiveId" clId="{4EFD071F-5353-44F5-81BE-1C2D6554C15B}" dt="2026-03-07T02:51:12.560" v="162"/>
        <pc:sldMkLst>
          <pc:docMk/>
          <pc:sldMk cId="0" sldId="256"/>
        </pc:sldMkLst>
        <pc:spChg chg="mod">
          <ac:chgData name="Francisco Silva" userId="a288cbaf746e6d0a" providerId="LiveId" clId="{4EFD071F-5353-44F5-81BE-1C2D6554C15B}" dt="2026-03-07T02:41:10.024" v="72" actId="20577"/>
          <ac:spMkLst>
            <pc:docMk/>
            <pc:sldMk cId="0" sldId="256"/>
            <ac:spMk id="7" creationId="{00000000-0000-0000-0000-000000000000}"/>
          </ac:spMkLst>
        </pc:spChg>
        <pc:spChg chg="mod">
          <ac:chgData name="Francisco Silva" userId="a288cbaf746e6d0a" providerId="LiveId" clId="{4EFD071F-5353-44F5-81BE-1C2D6554C15B}" dt="2026-03-07T02:41:37.468" v="119" actId="20577"/>
          <ac:spMkLst>
            <pc:docMk/>
            <pc:sldMk cId="0" sldId="256"/>
            <ac:spMk id="9" creationId="{00000000-0000-0000-0000-000000000000}"/>
          </ac:spMkLst>
        </pc:spChg>
        <pc:picChg chg="add mod">
          <ac:chgData name="Francisco Silva" userId="a288cbaf746e6d0a" providerId="LiveId" clId="{4EFD071F-5353-44F5-81BE-1C2D6554C15B}" dt="2026-03-07T02:51:12.560" v="162"/>
          <ac:picMkLst>
            <pc:docMk/>
            <pc:sldMk cId="0" sldId="256"/>
            <ac:picMk id="11" creationId="{B5430560-568D-49E1-F0CD-C48B87341529}"/>
          </ac:picMkLst>
        </pc:picChg>
        <pc:picChg chg="add mod">
          <ac:chgData name="Francisco Silva" userId="a288cbaf746e6d0a" providerId="LiveId" clId="{4EFD071F-5353-44F5-81BE-1C2D6554C15B}" dt="2026-03-07T02:41:46.446" v="120" actId="14100"/>
          <ac:picMkLst>
            <pc:docMk/>
            <pc:sldMk cId="0" sldId="256"/>
            <ac:picMk id="1026" creationId="{BDDC356B-1E1B-DE14-ECB6-15D03218B5CE}"/>
          </ac:picMkLst>
        </pc:picChg>
        <pc:picChg chg="add mod">
          <ac:chgData name="Francisco Silva" userId="a288cbaf746e6d0a" providerId="LiveId" clId="{4EFD071F-5353-44F5-81BE-1C2D6554C15B}" dt="2026-03-07T02:40:25.560" v="49" actId="1076"/>
          <ac:picMkLst>
            <pc:docMk/>
            <pc:sldMk cId="0" sldId="256"/>
            <ac:picMk id="1028" creationId="{5ED66EE5-003F-1ED4-2274-3871AE979CE7}"/>
          </ac:picMkLst>
        </pc:picChg>
      </pc:sldChg>
      <pc:sldChg chg="addSp delSp modSp mod">
        <pc:chgData name="Francisco Silva" userId="a288cbaf746e6d0a" providerId="LiveId" clId="{4EFD071F-5353-44F5-81BE-1C2D6554C15B}" dt="2026-03-07T02:51:09.805" v="160" actId="1036"/>
        <pc:sldMkLst>
          <pc:docMk/>
          <pc:sldMk cId="0" sldId="257"/>
        </pc:sldMkLst>
        <pc:picChg chg="add mod">
          <ac:chgData name="Francisco Silva" userId="a288cbaf746e6d0a" providerId="LiveId" clId="{4EFD071F-5353-44F5-81BE-1C2D6554C15B}" dt="2026-03-07T02:51:09.805" v="160" actId="1036"/>
          <ac:picMkLst>
            <pc:docMk/>
            <pc:sldMk cId="0" sldId="257"/>
            <ac:picMk id="7" creationId="{468AEAC2-1FE2-5767-8EC3-4A82ADED1E0D}"/>
          </ac:picMkLst>
        </pc:picChg>
      </pc:sldChg>
      <pc:sldChg chg="addSp delSp modSp mod">
        <pc:chgData name="Francisco Silva" userId="a288cbaf746e6d0a" providerId="LiveId" clId="{4EFD071F-5353-44F5-81BE-1C2D6554C15B}" dt="2026-03-07T03:03:00.878" v="409" actId="115"/>
        <pc:sldMkLst>
          <pc:docMk/>
          <pc:sldMk cId="0" sldId="258"/>
        </pc:sldMkLst>
        <pc:spChg chg="add del">
          <ac:chgData name="Francisco Silva" userId="a288cbaf746e6d0a" providerId="LiveId" clId="{4EFD071F-5353-44F5-81BE-1C2D6554C15B}" dt="2026-03-07T02:43:12.419" v="129" actId="478"/>
          <ac:spMkLst>
            <pc:docMk/>
            <pc:sldMk cId="0" sldId="258"/>
            <ac:spMk id="2" creationId="{00000000-0000-0000-0000-000000000000}"/>
          </ac:spMkLst>
        </pc:spChg>
        <pc:spChg chg="add del">
          <ac:chgData name="Francisco Silva" userId="a288cbaf746e6d0a" providerId="LiveId" clId="{4EFD071F-5353-44F5-81BE-1C2D6554C15B}" dt="2026-03-07T02:43:12.419" v="129" actId="478"/>
          <ac:spMkLst>
            <pc:docMk/>
            <pc:sldMk cId="0" sldId="258"/>
            <ac:spMk id="3" creationId="{00000000-0000-0000-0000-000000000000}"/>
          </ac:spMkLst>
        </pc:spChg>
        <pc:spChg chg="del">
          <ac:chgData name="Francisco Silva" userId="a288cbaf746e6d0a" providerId="LiveId" clId="{4EFD071F-5353-44F5-81BE-1C2D6554C15B}" dt="2026-03-07T02:43:10.444" v="128" actId="478"/>
          <ac:spMkLst>
            <pc:docMk/>
            <pc:sldMk cId="0" sldId="258"/>
            <ac:spMk id="8" creationId="{00000000-0000-0000-0000-000000000000}"/>
          </ac:spMkLst>
        </pc:spChg>
        <pc:spChg chg="add del">
          <ac:chgData name="Francisco Silva" userId="a288cbaf746e6d0a" providerId="LiveId" clId="{4EFD071F-5353-44F5-81BE-1C2D6554C15B}" dt="2026-03-07T02:43:12.419" v="129" actId="478"/>
          <ac:spMkLst>
            <pc:docMk/>
            <pc:sldMk cId="0" sldId="258"/>
            <ac:spMk id="9" creationId="{00000000-0000-0000-0000-000000000000}"/>
          </ac:spMkLst>
        </pc:spChg>
        <pc:spChg chg="add del">
          <ac:chgData name="Francisco Silva" userId="a288cbaf746e6d0a" providerId="LiveId" clId="{4EFD071F-5353-44F5-81BE-1C2D6554C15B}" dt="2026-03-07T02:43:12.419" v="129" actId="478"/>
          <ac:spMkLst>
            <pc:docMk/>
            <pc:sldMk cId="0" sldId="258"/>
            <ac:spMk id="10" creationId="{00000000-0000-0000-0000-000000000000}"/>
          </ac:spMkLst>
        </pc:spChg>
        <pc:spChg chg="add">
          <ac:chgData name="Francisco Silva" userId="a288cbaf746e6d0a" providerId="LiveId" clId="{4EFD071F-5353-44F5-81BE-1C2D6554C15B}" dt="2026-03-07T02:43:12.419" v="129" actId="478"/>
          <ac:spMkLst>
            <pc:docMk/>
            <pc:sldMk cId="0" sldId="258"/>
            <ac:spMk id="11" creationId="{00000000-0000-0000-0000-000000000000}"/>
          </ac:spMkLst>
        </pc:spChg>
        <pc:spChg chg="add del">
          <ac:chgData name="Francisco Silva" userId="a288cbaf746e6d0a" providerId="LiveId" clId="{4EFD071F-5353-44F5-81BE-1C2D6554C15B}" dt="2026-03-07T02:43:12.419" v="129" actId="478"/>
          <ac:spMkLst>
            <pc:docMk/>
            <pc:sldMk cId="0" sldId="258"/>
            <ac:spMk id="12" creationId="{00000000-0000-0000-0000-000000000000}"/>
          </ac:spMkLst>
        </pc:spChg>
        <pc:spChg chg="add">
          <ac:chgData name="Francisco Silva" userId="a288cbaf746e6d0a" providerId="LiveId" clId="{4EFD071F-5353-44F5-81BE-1C2D6554C15B}" dt="2026-03-07T02:43:12.419" v="129" actId="478"/>
          <ac:spMkLst>
            <pc:docMk/>
            <pc:sldMk cId="0" sldId="258"/>
            <ac:spMk id="13" creationId="{00000000-0000-0000-0000-000000000000}"/>
          </ac:spMkLst>
        </pc:spChg>
        <pc:spChg chg="add">
          <ac:chgData name="Francisco Silva" userId="a288cbaf746e6d0a" providerId="LiveId" clId="{4EFD071F-5353-44F5-81BE-1C2D6554C15B}" dt="2026-03-07T02:43:12.419" v="129" actId="478"/>
          <ac:spMkLst>
            <pc:docMk/>
            <pc:sldMk cId="0" sldId="258"/>
            <ac:spMk id="15" creationId="{00000000-0000-0000-0000-000000000000}"/>
          </ac:spMkLst>
        </pc:spChg>
        <pc:spChg chg="del">
          <ac:chgData name="Francisco Silva" userId="a288cbaf746e6d0a" providerId="LiveId" clId="{4EFD071F-5353-44F5-81BE-1C2D6554C15B}" dt="2026-03-07T02:43:10.444" v="128" actId="478"/>
          <ac:spMkLst>
            <pc:docMk/>
            <pc:sldMk cId="0" sldId="258"/>
            <ac:spMk id="16" creationId="{00000000-0000-0000-0000-000000000000}"/>
          </ac:spMkLst>
        </pc:spChg>
        <pc:spChg chg="del">
          <ac:chgData name="Francisco Silva" userId="a288cbaf746e6d0a" providerId="LiveId" clId="{4EFD071F-5353-44F5-81BE-1C2D6554C15B}" dt="2026-03-07T02:43:10.444" v="128" actId="478"/>
          <ac:spMkLst>
            <pc:docMk/>
            <pc:sldMk cId="0" sldId="258"/>
            <ac:spMk id="17" creationId="{00000000-0000-0000-0000-000000000000}"/>
          </ac:spMkLst>
        </pc:spChg>
        <pc:spChg chg="mod">
          <ac:chgData name="Francisco Silva" userId="a288cbaf746e6d0a" providerId="LiveId" clId="{4EFD071F-5353-44F5-81BE-1C2D6554C15B}" dt="2026-03-07T03:01:41.829" v="371" actId="14100"/>
          <ac:spMkLst>
            <pc:docMk/>
            <pc:sldMk cId="0" sldId="258"/>
            <ac:spMk id="19" creationId="{00000000-0000-0000-0000-000000000000}"/>
          </ac:spMkLst>
        </pc:spChg>
        <pc:spChg chg="add del">
          <ac:chgData name="Francisco Silva" userId="a288cbaf746e6d0a" providerId="LiveId" clId="{4EFD071F-5353-44F5-81BE-1C2D6554C15B}" dt="2026-03-07T02:43:12.419" v="129" actId="478"/>
          <ac:spMkLst>
            <pc:docMk/>
            <pc:sldMk cId="0" sldId="258"/>
            <ac:spMk id="20" creationId="{00000000-0000-0000-0000-000000000000}"/>
          </ac:spMkLst>
        </pc:spChg>
        <pc:spChg chg="del">
          <ac:chgData name="Francisco Silva" userId="a288cbaf746e6d0a" providerId="LiveId" clId="{4EFD071F-5353-44F5-81BE-1C2D6554C15B}" dt="2026-03-07T02:43:10.444" v="128" actId="478"/>
          <ac:spMkLst>
            <pc:docMk/>
            <pc:sldMk cId="0" sldId="258"/>
            <ac:spMk id="21" creationId="{00000000-0000-0000-0000-000000000000}"/>
          </ac:spMkLst>
        </pc:spChg>
        <pc:spChg chg="add mod">
          <ac:chgData name="Francisco Silva" userId="a288cbaf746e6d0a" providerId="LiveId" clId="{4EFD071F-5353-44F5-81BE-1C2D6554C15B}" dt="2026-03-07T03:01:37.720" v="370" actId="6549"/>
          <ac:spMkLst>
            <pc:docMk/>
            <pc:sldMk cId="0" sldId="258"/>
            <ac:spMk id="22" creationId="{00000000-0000-0000-0000-000000000000}"/>
          </ac:spMkLst>
        </pc:spChg>
        <pc:spChg chg="mod">
          <ac:chgData name="Francisco Silva" userId="a288cbaf746e6d0a" providerId="LiveId" clId="{4EFD071F-5353-44F5-81BE-1C2D6554C15B}" dt="2026-03-07T03:01:47.005" v="372" actId="14100"/>
          <ac:spMkLst>
            <pc:docMk/>
            <pc:sldMk cId="0" sldId="258"/>
            <ac:spMk id="23" creationId="{00000000-0000-0000-0000-000000000000}"/>
          </ac:spMkLst>
        </pc:spChg>
        <pc:spChg chg="mod">
          <ac:chgData name="Francisco Silva" userId="a288cbaf746e6d0a" providerId="LiveId" clId="{4EFD071F-5353-44F5-81BE-1C2D6554C15B}" dt="2026-03-07T03:02:38.042" v="399" actId="1076"/>
          <ac:spMkLst>
            <pc:docMk/>
            <pc:sldMk cId="0" sldId="258"/>
            <ac:spMk id="25" creationId="{00000000-0000-0000-0000-000000000000}"/>
          </ac:spMkLst>
        </pc:spChg>
        <pc:spChg chg="mod">
          <ac:chgData name="Francisco Silva" userId="a288cbaf746e6d0a" providerId="LiveId" clId="{4EFD071F-5353-44F5-81BE-1C2D6554C15B}" dt="2026-03-07T03:03:00.878" v="409" actId="115"/>
          <ac:spMkLst>
            <pc:docMk/>
            <pc:sldMk cId="0" sldId="258"/>
            <ac:spMk id="26" creationId="{00000000-0000-0000-0000-000000000000}"/>
          </ac:spMkLst>
        </pc:spChg>
        <pc:spChg chg="add mod ord">
          <ac:chgData name="Francisco Silva" userId="a288cbaf746e6d0a" providerId="LiveId" clId="{4EFD071F-5353-44F5-81BE-1C2D6554C15B}" dt="2026-03-07T02:58:12.982" v="244" actId="1076"/>
          <ac:spMkLst>
            <pc:docMk/>
            <pc:sldMk cId="0" sldId="258"/>
            <ac:spMk id="27" creationId="{2A144D38-9B3B-674D-9016-6CF8AF967FB9}"/>
          </ac:spMkLst>
        </pc:spChg>
        <pc:spChg chg="add mod">
          <ac:chgData name="Francisco Silva" userId="a288cbaf746e6d0a" providerId="LiveId" clId="{4EFD071F-5353-44F5-81BE-1C2D6554C15B}" dt="2026-03-07T02:57:49.559" v="240" actId="122"/>
          <ac:spMkLst>
            <pc:docMk/>
            <pc:sldMk cId="0" sldId="258"/>
            <ac:spMk id="30" creationId="{1E90EFAE-8972-B0E0-CBA7-CDEF2DB59607}"/>
          </ac:spMkLst>
        </pc:spChg>
      </pc:sldChg>
      <pc:sldChg chg="addSp delSp modSp mod">
        <pc:chgData name="Francisco Silva" userId="a288cbaf746e6d0a" providerId="LiveId" clId="{4EFD071F-5353-44F5-81BE-1C2D6554C15B}" dt="2026-03-07T03:25:39.445" v="990" actId="14861"/>
        <pc:sldMkLst>
          <pc:docMk/>
          <pc:sldMk cId="0" sldId="259"/>
        </pc:sldMkLst>
        <pc:spChg chg="mod">
          <ac:chgData name="Francisco Silva" userId="a288cbaf746e6d0a" providerId="LiveId" clId="{4EFD071F-5353-44F5-81BE-1C2D6554C15B}" dt="2026-03-07T03:16:49.132" v="840" actId="1035"/>
          <ac:spMkLst>
            <pc:docMk/>
            <pc:sldMk cId="0" sldId="259"/>
            <ac:spMk id="8" creationId="{00000000-0000-0000-0000-000000000000}"/>
          </ac:spMkLst>
        </pc:spChg>
        <pc:spChg chg="mod">
          <ac:chgData name="Francisco Silva" userId="a288cbaf746e6d0a" providerId="LiveId" clId="{4EFD071F-5353-44F5-81BE-1C2D6554C15B}" dt="2026-03-07T03:16:49.132" v="840" actId="1035"/>
          <ac:spMkLst>
            <pc:docMk/>
            <pc:sldMk cId="0" sldId="259"/>
            <ac:spMk id="9" creationId="{00000000-0000-0000-0000-000000000000}"/>
          </ac:spMkLst>
        </pc:spChg>
        <pc:spChg chg="mod">
          <ac:chgData name="Francisco Silva" userId="a288cbaf746e6d0a" providerId="LiveId" clId="{4EFD071F-5353-44F5-81BE-1C2D6554C15B}" dt="2026-03-07T03:16:49.132" v="840" actId="1035"/>
          <ac:spMkLst>
            <pc:docMk/>
            <pc:sldMk cId="0" sldId="259"/>
            <ac:spMk id="10" creationId="{00000000-0000-0000-0000-000000000000}"/>
          </ac:spMkLst>
        </pc:spChg>
        <pc:spChg chg="mod">
          <ac:chgData name="Francisco Silva" userId="a288cbaf746e6d0a" providerId="LiveId" clId="{4EFD071F-5353-44F5-81BE-1C2D6554C15B}" dt="2026-03-07T03:16:49.132" v="840" actId="1035"/>
          <ac:spMkLst>
            <pc:docMk/>
            <pc:sldMk cId="0" sldId="259"/>
            <ac:spMk id="11" creationId="{00000000-0000-0000-0000-000000000000}"/>
          </ac:spMkLst>
        </pc:spChg>
        <pc:spChg chg="mod">
          <ac:chgData name="Francisco Silva" userId="a288cbaf746e6d0a" providerId="LiveId" clId="{4EFD071F-5353-44F5-81BE-1C2D6554C15B}" dt="2026-03-07T03:16:49.132" v="840" actId="1035"/>
          <ac:spMkLst>
            <pc:docMk/>
            <pc:sldMk cId="0" sldId="259"/>
            <ac:spMk id="12" creationId="{00000000-0000-0000-0000-000000000000}"/>
          </ac:spMkLst>
        </pc:spChg>
        <pc:spChg chg="mod">
          <ac:chgData name="Francisco Silva" userId="a288cbaf746e6d0a" providerId="LiveId" clId="{4EFD071F-5353-44F5-81BE-1C2D6554C15B}" dt="2026-03-07T03:16:45.543" v="839" actId="1035"/>
          <ac:spMkLst>
            <pc:docMk/>
            <pc:sldMk cId="0" sldId="259"/>
            <ac:spMk id="13" creationId="{00000000-0000-0000-0000-000000000000}"/>
          </ac:spMkLst>
        </pc:spChg>
        <pc:spChg chg="mod">
          <ac:chgData name="Francisco Silva" userId="a288cbaf746e6d0a" providerId="LiveId" clId="{4EFD071F-5353-44F5-81BE-1C2D6554C15B}" dt="2026-03-07T03:16:49.132" v="840" actId="1035"/>
          <ac:spMkLst>
            <pc:docMk/>
            <pc:sldMk cId="0" sldId="259"/>
            <ac:spMk id="14" creationId="{00000000-0000-0000-0000-000000000000}"/>
          </ac:spMkLst>
        </pc:spChg>
        <pc:spChg chg="mod">
          <ac:chgData name="Francisco Silva" userId="a288cbaf746e6d0a" providerId="LiveId" clId="{4EFD071F-5353-44F5-81BE-1C2D6554C15B}" dt="2026-03-07T03:16:49.132" v="840" actId="1035"/>
          <ac:spMkLst>
            <pc:docMk/>
            <pc:sldMk cId="0" sldId="259"/>
            <ac:spMk id="15" creationId="{00000000-0000-0000-0000-000000000000}"/>
          </ac:spMkLst>
        </pc:spChg>
        <pc:spChg chg="mod">
          <ac:chgData name="Francisco Silva" userId="a288cbaf746e6d0a" providerId="LiveId" clId="{4EFD071F-5353-44F5-81BE-1C2D6554C15B}" dt="2026-03-07T03:16:49.132" v="840" actId="1035"/>
          <ac:spMkLst>
            <pc:docMk/>
            <pc:sldMk cId="0" sldId="259"/>
            <ac:spMk id="16" creationId="{00000000-0000-0000-0000-000000000000}"/>
          </ac:spMkLst>
        </pc:spChg>
        <pc:spChg chg="mod">
          <ac:chgData name="Francisco Silva" userId="a288cbaf746e6d0a" providerId="LiveId" clId="{4EFD071F-5353-44F5-81BE-1C2D6554C15B}" dt="2026-03-07T03:16:49.132" v="840" actId="1035"/>
          <ac:spMkLst>
            <pc:docMk/>
            <pc:sldMk cId="0" sldId="259"/>
            <ac:spMk id="17" creationId="{00000000-0000-0000-0000-000000000000}"/>
          </ac:spMkLst>
        </pc:spChg>
        <pc:spChg chg="mod">
          <ac:chgData name="Francisco Silva" userId="a288cbaf746e6d0a" providerId="LiveId" clId="{4EFD071F-5353-44F5-81BE-1C2D6554C15B}" dt="2026-03-07T03:16:49.132" v="840" actId="1035"/>
          <ac:spMkLst>
            <pc:docMk/>
            <pc:sldMk cId="0" sldId="259"/>
            <ac:spMk id="18" creationId="{00000000-0000-0000-0000-000000000000}"/>
          </ac:spMkLst>
        </pc:spChg>
        <pc:spChg chg="add mod">
          <ac:chgData name="Francisco Silva" userId="a288cbaf746e6d0a" providerId="LiveId" clId="{4EFD071F-5353-44F5-81BE-1C2D6554C15B}" dt="2026-03-07T02:58:18.145" v="245"/>
          <ac:spMkLst>
            <pc:docMk/>
            <pc:sldMk cId="0" sldId="259"/>
            <ac:spMk id="28" creationId="{05C42555-70F1-1667-11E5-0D78797B3D3B}"/>
          </ac:spMkLst>
        </pc:spChg>
        <pc:spChg chg="add mod">
          <ac:chgData name="Francisco Silva" userId="a288cbaf746e6d0a" providerId="LiveId" clId="{4EFD071F-5353-44F5-81BE-1C2D6554C15B}" dt="2026-03-07T02:58:18.145" v="245"/>
          <ac:spMkLst>
            <pc:docMk/>
            <pc:sldMk cId="0" sldId="259"/>
            <ac:spMk id="29" creationId="{EC620A0D-26D8-6CF4-1950-740F67C04A69}"/>
          </ac:spMkLst>
        </pc:spChg>
        <pc:spChg chg="add mod">
          <ac:chgData name="Francisco Silva" userId="a288cbaf746e6d0a" providerId="LiveId" clId="{4EFD071F-5353-44F5-81BE-1C2D6554C15B}" dt="2026-03-07T03:22:11.049" v="948" actId="404"/>
          <ac:spMkLst>
            <pc:docMk/>
            <pc:sldMk cId="0" sldId="259"/>
            <ac:spMk id="32" creationId="{1C23FBE8-B458-276C-5AB6-17273D18538A}"/>
          </ac:spMkLst>
        </pc:spChg>
        <pc:picChg chg="add mod">
          <ac:chgData name="Francisco Silva" userId="a288cbaf746e6d0a" providerId="LiveId" clId="{4EFD071F-5353-44F5-81BE-1C2D6554C15B}" dt="2026-03-07T03:25:39.445" v="990" actId="14861"/>
          <ac:picMkLst>
            <pc:docMk/>
            <pc:sldMk cId="0" sldId="259"/>
            <ac:picMk id="31" creationId="{90D6123E-BBEF-E8BC-24FD-E57574C72F62}"/>
          </ac:picMkLst>
        </pc:picChg>
      </pc:sldChg>
      <pc:sldChg chg="addSp delSp modSp del mod">
        <pc:chgData name="Francisco Silva" userId="a288cbaf746e6d0a" providerId="LiveId" clId="{4EFD071F-5353-44F5-81BE-1C2D6554C15B}" dt="2026-03-17T09:16:27.774" v="1292" actId="47"/>
        <pc:sldMkLst>
          <pc:docMk/>
          <pc:sldMk cId="0" sldId="260"/>
        </pc:sldMkLst>
        <pc:spChg chg="add mod">
          <ac:chgData name="Francisco Silva" userId="a288cbaf746e6d0a" providerId="LiveId" clId="{4EFD071F-5353-44F5-81BE-1C2D6554C15B}" dt="2026-03-07T02:58:20.672" v="246"/>
          <ac:spMkLst>
            <pc:docMk/>
            <pc:sldMk cId="0" sldId="260"/>
            <ac:spMk id="24" creationId="{2F97FC88-A779-E46F-BB54-4E97E9A34943}"/>
          </ac:spMkLst>
        </pc:spChg>
        <pc:spChg chg="add mod">
          <ac:chgData name="Francisco Silva" userId="a288cbaf746e6d0a" providerId="LiveId" clId="{4EFD071F-5353-44F5-81BE-1C2D6554C15B}" dt="2026-03-07T02:58:20.672" v="246"/>
          <ac:spMkLst>
            <pc:docMk/>
            <pc:sldMk cId="0" sldId="260"/>
            <ac:spMk id="25" creationId="{81768029-3B54-F34F-8012-C0D24DD3DC66}"/>
          </ac:spMkLst>
        </pc:spChg>
        <pc:spChg chg="add mod">
          <ac:chgData name="Francisco Silva" userId="a288cbaf746e6d0a" providerId="LiveId" clId="{4EFD071F-5353-44F5-81BE-1C2D6554C15B}" dt="2026-03-07T03:08:24.836" v="505" actId="14100"/>
          <ac:spMkLst>
            <pc:docMk/>
            <pc:sldMk cId="0" sldId="260"/>
            <ac:spMk id="29" creationId="{224F8F92-0060-1C99-43D7-5A8A01C5F7FD}"/>
          </ac:spMkLst>
        </pc:spChg>
        <pc:picChg chg="add mod">
          <ac:chgData name="Francisco Silva" userId="a288cbaf746e6d0a" providerId="LiveId" clId="{4EFD071F-5353-44F5-81BE-1C2D6554C15B}" dt="2026-03-07T03:07:50.575" v="484" actId="1076"/>
          <ac:picMkLst>
            <pc:docMk/>
            <pc:sldMk cId="0" sldId="260"/>
            <ac:picMk id="27" creationId="{0B8A0DFE-3DE1-15D9-A237-72DB73AEBD07}"/>
          </ac:picMkLst>
        </pc:picChg>
      </pc:sldChg>
      <pc:sldChg chg="addSp modSp del mod">
        <pc:chgData name="Francisco Silva" userId="a288cbaf746e6d0a" providerId="LiveId" clId="{4EFD071F-5353-44F5-81BE-1C2D6554C15B}" dt="2026-03-17T09:16:27.774" v="1292" actId="47"/>
        <pc:sldMkLst>
          <pc:docMk/>
          <pc:sldMk cId="0" sldId="261"/>
        </pc:sldMkLst>
        <pc:spChg chg="mod">
          <ac:chgData name="Francisco Silva" userId="a288cbaf746e6d0a" providerId="LiveId" clId="{4EFD071F-5353-44F5-81BE-1C2D6554C15B}" dt="2026-03-07T03:14:15.868" v="750" actId="20577"/>
          <ac:spMkLst>
            <pc:docMk/>
            <pc:sldMk cId="0" sldId="261"/>
            <ac:spMk id="6" creationId="{00000000-0000-0000-0000-000000000000}"/>
          </ac:spMkLst>
        </pc:spChg>
        <pc:spChg chg="mod">
          <ac:chgData name="Francisco Silva" userId="a288cbaf746e6d0a" providerId="LiveId" clId="{4EFD071F-5353-44F5-81BE-1C2D6554C15B}" dt="2026-03-07T03:15:00.692" v="810" actId="6549"/>
          <ac:spMkLst>
            <pc:docMk/>
            <pc:sldMk cId="0" sldId="261"/>
            <ac:spMk id="12" creationId="{00000000-0000-0000-0000-000000000000}"/>
          </ac:spMkLst>
        </pc:spChg>
        <pc:spChg chg="add mod">
          <ac:chgData name="Francisco Silva" userId="a288cbaf746e6d0a" providerId="LiveId" clId="{4EFD071F-5353-44F5-81BE-1C2D6554C15B}" dt="2026-03-07T02:58:22.286" v="247"/>
          <ac:spMkLst>
            <pc:docMk/>
            <pc:sldMk cId="0" sldId="261"/>
            <ac:spMk id="13" creationId="{38A8D6A8-AD5B-DFFE-60A6-0C54690D0F66}"/>
          </ac:spMkLst>
        </pc:spChg>
        <pc:spChg chg="add mod">
          <ac:chgData name="Francisco Silva" userId="a288cbaf746e6d0a" providerId="LiveId" clId="{4EFD071F-5353-44F5-81BE-1C2D6554C15B}" dt="2026-03-07T02:58:22.286" v="247"/>
          <ac:spMkLst>
            <pc:docMk/>
            <pc:sldMk cId="0" sldId="261"/>
            <ac:spMk id="14" creationId="{99F783A6-E811-D1C2-14F7-FA91D7440BEB}"/>
          </ac:spMkLst>
        </pc:spChg>
        <pc:spChg chg="add mod">
          <ac:chgData name="Francisco Silva" userId="a288cbaf746e6d0a" providerId="LiveId" clId="{4EFD071F-5353-44F5-81BE-1C2D6554C15B}" dt="2026-03-07T04:05:32.642" v="1165" actId="20577"/>
          <ac:spMkLst>
            <pc:docMk/>
            <pc:sldMk cId="0" sldId="261"/>
            <ac:spMk id="15" creationId="{1F16FE53-248E-A4A6-82B9-ACD4A4EDEF7F}"/>
          </ac:spMkLst>
        </pc:spChg>
        <pc:graphicFrameChg chg="modGraphic">
          <ac:chgData name="Francisco Silva" userId="a288cbaf746e6d0a" providerId="LiveId" clId="{4EFD071F-5353-44F5-81BE-1C2D6554C15B}" dt="2026-03-07T03:10:16.210" v="588" actId="113"/>
          <ac:graphicFrameMkLst>
            <pc:docMk/>
            <pc:sldMk cId="0" sldId="261"/>
            <ac:graphicFrameMk id="10" creationId="{00000000-0000-0000-0000-000000000000}"/>
          </ac:graphicFrameMkLst>
        </pc:graphicFrameChg>
      </pc:sldChg>
      <pc:sldChg chg="addSp delSp modSp del mod">
        <pc:chgData name="Francisco Silva" userId="a288cbaf746e6d0a" providerId="LiveId" clId="{4EFD071F-5353-44F5-81BE-1C2D6554C15B}" dt="2026-03-17T09:16:27.774" v="1292" actId="47"/>
        <pc:sldMkLst>
          <pc:docMk/>
          <pc:sldMk cId="0" sldId="262"/>
        </pc:sldMkLst>
        <pc:spChg chg="mod">
          <ac:chgData name="Francisco Silva" userId="a288cbaf746e6d0a" providerId="LiveId" clId="{4EFD071F-5353-44F5-81BE-1C2D6554C15B}" dt="2026-03-07T03:23:21.184" v="963" actId="1076"/>
          <ac:spMkLst>
            <pc:docMk/>
            <pc:sldMk cId="0" sldId="262"/>
            <ac:spMk id="7" creationId="{00000000-0000-0000-0000-000000000000}"/>
          </ac:spMkLst>
        </pc:spChg>
        <pc:spChg chg="mod">
          <ac:chgData name="Francisco Silva" userId="a288cbaf746e6d0a" providerId="LiveId" clId="{4EFD071F-5353-44F5-81BE-1C2D6554C15B}" dt="2026-03-07T03:23:21.184" v="963" actId="1076"/>
          <ac:spMkLst>
            <pc:docMk/>
            <pc:sldMk cId="0" sldId="262"/>
            <ac:spMk id="8" creationId="{00000000-0000-0000-0000-000000000000}"/>
          </ac:spMkLst>
        </pc:spChg>
        <pc:spChg chg="mod">
          <ac:chgData name="Francisco Silva" userId="a288cbaf746e6d0a" providerId="LiveId" clId="{4EFD071F-5353-44F5-81BE-1C2D6554C15B}" dt="2026-03-07T03:23:21.184" v="963" actId="1076"/>
          <ac:spMkLst>
            <pc:docMk/>
            <pc:sldMk cId="0" sldId="262"/>
            <ac:spMk id="9" creationId="{00000000-0000-0000-0000-000000000000}"/>
          </ac:spMkLst>
        </pc:spChg>
        <pc:spChg chg="mod">
          <ac:chgData name="Francisco Silva" userId="a288cbaf746e6d0a" providerId="LiveId" clId="{4EFD071F-5353-44F5-81BE-1C2D6554C15B}" dt="2026-03-07T03:23:21.184" v="963" actId="107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Francisco Silva" userId="a288cbaf746e6d0a" providerId="LiveId" clId="{4EFD071F-5353-44F5-81BE-1C2D6554C15B}" dt="2026-03-07T03:24:53.202" v="979" actId="14100"/>
          <ac:spMkLst>
            <pc:docMk/>
            <pc:sldMk cId="0" sldId="262"/>
            <ac:spMk id="11" creationId="{00000000-0000-0000-0000-000000000000}"/>
          </ac:spMkLst>
        </pc:spChg>
        <pc:spChg chg="mod">
          <ac:chgData name="Francisco Silva" userId="a288cbaf746e6d0a" providerId="LiveId" clId="{4EFD071F-5353-44F5-81BE-1C2D6554C15B}" dt="2026-03-07T03:24:56.077" v="980" actId="14100"/>
          <ac:spMkLst>
            <pc:docMk/>
            <pc:sldMk cId="0" sldId="262"/>
            <ac:spMk id="12" creationId="{00000000-0000-0000-0000-000000000000}"/>
          </ac:spMkLst>
        </pc:spChg>
        <pc:spChg chg="mod">
          <ac:chgData name="Francisco Silva" userId="a288cbaf746e6d0a" providerId="LiveId" clId="{4EFD071F-5353-44F5-81BE-1C2D6554C15B}" dt="2026-03-07T03:23:21.184" v="963" actId="1076"/>
          <ac:spMkLst>
            <pc:docMk/>
            <pc:sldMk cId="0" sldId="262"/>
            <ac:spMk id="13" creationId="{00000000-0000-0000-0000-000000000000}"/>
          </ac:spMkLst>
        </pc:spChg>
        <pc:spChg chg="mod">
          <ac:chgData name="Francisco Silva" userId="a288cbaf746e6d0a" providerId="LiveId" clId="{4EFD071F-5353-44F5-81BE-1C2D6554C15B}" dt="2026-03-07T03:23:45.391" v="967" actId="1076"/>
          <ac:spMkLst>
            <pc:docMk/>
            <pc:sldMk cId="0" sldId="262"/>
            <ac:spMk id="14" creationId="{00000000-0000-0000-0000-000000000000}"/>
          </ac:spMkLst>
        </pc:spChg>
        <pc:spChg chg="add mod">
          <ac:chgData name="Francisco Silva" userId="a288cbaf746e6d0a" providerId="LiveId" clId="{4EFD071F-5353-44F5-81BE-1C2D6554C15B}" dt="2026-03-07T02:58:23.805" v="248"/>
          <ac:spMkLst>
            <pc:docMk/>
            <pc:sldMk cId="0" sldId="262"/>
            <ac:spMk id="19" creationId="{4A2F4858-2B4E-F60A-6464-8E5498DD17FC}"/>
          </ac:spMkLst>
        </pc:spChg>
        <pc:spChg chg="add mod">
          <ac:chgData name="Francisco Silva" userId="a288cbaf746e6d0a" providerId="LiveId" clId="{4EFD071F-5353-44F5-81BE-1C2D6554C15B}" dt="2026-03-07T02:58:23.805" v="248"/>
          <ac:spMkLst>
            <pc:docMk/>
            <pc:sldMk cId="0" sldId="262"/>
            <ac:spMk id="20" creationId="{35889E4C-B4E3-3E35-3D0F-D1AFC8C0B528}"/>
          </ac:spMkLst>
        </pc:spChg>
        <pc:spChg chg="add mod">
          <ac:chgData name="Francisco Silva" userId="a288cbaf746e6d0a" providerId="LiveId" clId="{4EFD071F-5353-44F5-81BE-1C2D6554C15B}" dt="2026-03-07T03:26:21.460" v="1034" actId="1037"/>
          <ac:spMkLst>
            <pc:docMk/>
            <pc:sldMk cId="0" sldId="262"/>
            <ac:spMk id="25" creationId="{E43B9399-FAD0-58DC-DB83-B20432D6A3A6}"/>
          </ac:spMkLst>
        </pc:spChg>
        <pc:picChg chg="add mod">
          <ac:chgData name="Francisco Silva" userId="a288cbaf746e6d0a" providerId="LiveId" clId="{4EFD071F-5353-44F5-81BE-1C2D6554C15B}" dt="2026-03-07T03:18:42.632" v="853" actId="1076"/>
          <ac:picMkLst>
            <pc:docMk/>
            <pc:sldMk cId="0" sldId="262"/>
            <ac:picMk id="22" creationId="{8B965BCC-D636-2C74-C6C9-87F68CA6EDA5}"/>
          </ac:picMkLst>
        </pc:picChg>
        <pc:picChg chg="add mod">
          <ac:chgData name="Francisco Silva" userId="a288cbaf746e6d0a" providerId="LiveId" clId="{4EFD071F-5353-44F5-81BE-1C2D6554C15B}" dt="2026-03-07T03:25:48.327" v="996" actId="1038"/>
          <ac:picMkLst>
            <pc:docMk/>
            <pc:sldMk cId="0" sldId="262"/>
            <ac:picMk id="24" creationId="{5AB13EB0-BECB-44AE-DE79-7DBAA15D8838}"/>
          </ac:picMkLst>
        </pc:picChg>
      </pc:sldChg>
      <pc:sldChg chg="addSp delSp modSp del mod">
        <pc:chgData name="Francisco Silva" userId="a288cbaf746e6d0a" providerId="LiveId" clId="{4EFD071F-5353-44F5-81BE-1C2D6554C15B}" dt="2026-03-17T09:16:27.774" v="1292" actId="47"/>
        <pc:sldMkLst>
          <pc:docMk/>
          <pc:sldMk cId="0" sldId="263"/>
        </pc:sldMkLst>
        <pc:spChg chg="mod">
          <ac:chgData name="Francisco Silva" userId="a288cbaf746e6d0a" providerId="LiveId" clId="{4EFD071F-5353-44F5-81BE-1C2D6554C15B}" dt="2026-03-07T03:27:26.663" v="1040" actId="1076"/>
          <ac:spMkLst>
            <pc:docMk/>
            <pc:sldMk cId="0" sldId="263"/>
            <ac:spMk id="7" creationId="{00000000-0000-0000-0000-000000000000}"/>
          </ac:spMkLst>
        </pc:spChg>
        <pc:spChg chg="mod">
          <ac:chgData name="Francisco Silva" userId="a288cbaf746e6d0a" providerId="LiveId" clId="{4EFD071F-5353-44F5-81BE-1C2D6554C15B}" dt="2026-03-07T03:27:26.663" v="1040" actId="1076"/>
          <ac:spMkLst>
            <pc:docMk/>
            <pc:sldMk cId="0" sldId="263"/>
            <ac:spMk id="8" creationId="{00000000-0000-0000-0000-000000000000}"/>
          </ac:spMkLst>
        </pc:spChg>
        <pc:spChg chg="mod">
          <ac:chgData name="Francisco Silva" userId="a288cbaf746e6d0a" providerId="LiveId" clId="{4EFD071F-5353-44F5-81BE-1C2D6554C15B}" dt="2026-03-07T03:27:26.663" v="1040" actId="1076"/>
          <ac:spMkLst>
            <pc:docMk/>
            <pc:sldMk cId="0" sldId="263"/>
            <ac:spMk id="9" creationId="{00000000-0000-0000-0000-000000000000}"/>
          </ac:spMkLst>
        </pc:spChg>
        <pc:spChg chg="mod">
          <ac:chgData name="Francisco Silva" userId="a288cbaf746e6d0a" providerId="LiveId" clId="{4EFD071F-5353-44F5-81BE-1C2D6554C15B}" dt="2026-03-07T03:27:26.663" v="1040" actId="1076"/>
          <ac:spMkLst>
            <pc:docMk/>
            <pc:sldMk cId="0" sldId="263"/>
            <ac:spMk id="10" creationId="{00000000-0000-0000-0000-000000000000}"/>
          </ac:spMkLst>
        </pc:spChg>
        <pc:spChg chg="mod">
          <ac:chgData name="Francisco Silva" userId="a288cbaf746e6d0a" providerId="LiveId" clId="{4EFD071F-5353-44F5-81BE-1C2D6554C15B}" dt="2026-03-07T03:27:20.173" v="1039" actId="1076"/>
          <ac:spMkLst>
            <pc:docMk/>
            <pc:sldMk cId="0" sldId="263"/>
            <ac:spMk id="15" creationId="{00000000-0000-0000-0000-000000000000}"/>
          </ac:spMkLst>
        </pc:spChg>
        <pc:spChg chg="mod">
          <ac:chgData name="Francisco Silva" userId="a288cbaf746e6d0a" providerId="LiveId" clId="{4EFD071F-5353-44F5-81BE-1C2D6554C15B}" dt="2026-03-07T03:27:20.173" v="1039" actId="1076"/>
          <ac:spMkLst>
            <pc:docMk/>
            <pc:sldMk cId="0" sldId="263"/>
            <ac:spMk id="16" creationId="{00000000-0000-0000-0000-000000000000}"/>
          </ac:spMkLst>
        </pc:spChg>
        <pc:spChg chg="mod">
          <ac:chgData name="Francisco Silva" userId="a288cbaf746e6d0a" providerId="LiveId" clId="{4EFD071F-5353-44F5-81BE-1C2D6554C15B}" dt="2026-03-07T03:27:20.173" v="1039" actId="1076"/>
          <ac:spMkLst>
            <pc:docMk/>
            <pc:sldMk cId="0" sldId="263"/>
            <ac:spMk id="17" creationId="{00000000-0000-0000-0000-000000000000}"/>
          </ac:spMkLst>
        </pc:spChg>
        <pc:spChg chg="mod">
          <ac:chgData name="Francisco Silva" userId="a288cbaf746e6d0a" providerId="LiveId" clId="{4EFD071F-5353-44F5-81BE-1C2D6554C15B}" dt="2026-03-07T03:28:06.537" v="1049" actId="20577"/>
          <ac:spMkLst>
            <pc:docMk/>
            <pc:sldMk cId="0" sldId="263"/>
            <ac:spMk id="18" creationId="{00000000-0000-0000-0000-000000000000}"/>
          </ac:spMkLst>
        </pc:spChg>
        <pc:spChg chg="add mod">
          <ac:chgData name="Francisco Silva" userId="a288cbaf746e6d0a" providerId="LiveId" clId="{4EFD071F-5353-44F5-81BE-1C2D6554C15B}" dt="2026-03-07T02:58:25.182" v="249"/>
          <ac:spMkLst>
            <pc:docMk/>
            <pc:sldMk cId="0" sldId="263"/>
            <ac:spMk id="19" creationId="{AB033768-3A18-83DB-B141-476BA2907D25}"/>
          </ac:spMkLst>
        </pc:spChg>
        <pc:spChg chg="add mod">
          <ac:chgData name="Francisco Silva" userId="a288cbaf746e6d0a" providerId="LiveId" clId="{4EFD071F-5353-44F5-81BE-1C2D6554C15B}" dt="2026-03-07T02:58:25.182" v="249"/>
          <ac:spMkLst>
            <pc:docMk/>
            <pc:sldMk cId="0" sldId="263"/>
            <ac:spMk id="20" creationId="{2F3AA9F3-3B6A-358A-0A50-5A6035AD22FD}"/>
          </ac:spMkLst>
        </pc:spChg>
      </pc:sldChg>
      <pc:sldChg chg="addSp modSp add del mod setBg">
        <pc:chgData name="Francisco Silva" userId="a288cbaf746e6d0a" providerId="LiveId" clId="{4EFD071F-5353-44F5-81BE-1C2D6554C15B}" dt="2026-03-17T09:15:48.744" v="1288" actId="47"/>
        <pc:sldMkLst>
          <pc:docMk/>
          <pc:sldMk cId="0" sldId="266"/>
        </pc:sldMkLst>
      </pc:sldChg>
      <pc:sldChg chg="addSp delSp modSp add del mod setBg">
        <pc:chgData name="Francisco Silva" userId="a288cbaf746e6d0a" providerId="LiveId" clId="{4EFD071F-5353-44F5-81BE-1C2D6554C15B}" dt="2026-03-17T09:15:48.744" v="1288" actId="47"/>
        <pc:sldMkLst>
          <pc:docMk/>
          <pc:sldMk cId="0" sldId="267"/>
        </pc:sldMkLst>
      </pc:sldChg>
      <pc:sldChg chg="addSp delSp modSp add del mod setBg">
        <pc:chgData name="Francisco Silva" userId="a288cbaf746e6d0a" providerId="LiveId" clId="{4EFD071F-5353-44F5-81BE-1C2D6554C15B}" dt="2026-03-17T09:15:48.744" v="1288" actId="47"/>
        <pc:sldMkLst>
          <pc:docMk/>
          <pc:sldMk cId="0" sldId="268"/>
        </pc:sldMkLst>
      </pc:sldChg>
      <pc:sldChg chg="addSp delSp modSp add del mod setBg">
        <pc:chgData name="Francisco Silva" userId="a288cbaf746e6d0a" providerId="LiveId" clId="{4EFD071F-5353-44F5-81BE-1C2D6554C15B}" dt="2026-03-17T09:15:48.744" v="1288" actId="47"/>
        <pc:sldMkLst>
          <pc:docMk/>
          <pc:sldMk cId="0" sldId="269"/>
        </pc:sldMkLst>
      </pc:sldChg>
      <pc:sldChg chg="addSp delSp modSp add del mod setBg">
        <pc:chgData name="Francisco Silva" userId="a288cbaf746e6d0a" providerId="LiveId" clId="{4EFD071F-5353-44F5-81BE-1C2D6554C15B}" dt="2026-03-17T09:15:54.001" v="1289" actId="47"/>
        <pc:sldMkLst>
          <pc:docMk/>
          <pc:sldMk cId="0" sldId="271"/>
        </pc:sldMkLst>
      </pc:sldChg>
      <pc:sldChg chg="addSp modSp add del mod setBg">
        <pc:chgData name="Francisco Silva" userId="a288cbaf746e6d0a" providerId="LiveId" clId="{4EFD071F-5353-44F5-81BE-1C2D6554C15B}" dt="2026-03-17T09:15:54.001" v="1289" actId="47"/>
        <pc:sldMkLst>
          <pc:docMk/>
          <pc:sldMk cId="0" sldId="272"/>
        </pc:sldMkLst>
      </pc:sldChg>
      <pc:sldChg chg="addSp modSp add del mod setBg">
        <pc:chgData name="Francisco Silva" userId="a288cbaf746e6d0a" providerId="LiveId" clId="{4EFD071F-5353-44F5-81BE-1C2D6554C15B}" dt="2026-03-17T09:15:54.001" v="1289" actId="47"/>
        <pc:sldMkLst>
          <pc:docMk/>
          <pc:sldMk cId="0" sldId="273"/>
        </pc:sldMkLst>
      </pc:sldChg>
      <pc:sldChg chg="addSp delSp modSp add del mod setBg">
        <pc:chgData name="Francisco Silva" userId="a288cbaf746e6d0a" providerId="LiveId" clId="{4EFD071F-5353-44F5-81BE-1C2D6554C15B}" dt="2026-03-17T09:15:58.513" v="1290" actId="47"/>
        <pc:sldMkLst>
          <pc:docMk/>
          <pc:sldMk cId="0" sldId="275"/>
        </pc:sldMkLst>
        <pc:spChg chg="add mod">
          <ac:chgData name="Francisco Silva" userId="a288cbaf746e6d0a" providerId="LiveId" clId="{4EFD071F-5353-44F5-81BE-1C2D6554C15B}" dt="2026-03-07T03:53:08.997" v="1062" actId="207"/>
          <ac:spMkLst>
            <pc:docMk/>
            <pc:sldMk cId="0" sldId="275"/>
            <ac:spMk id="24" creationId="{DBB4021F-FBEA-312C-E965-99EA0B129BFB}"/>
          </ac:spMkLst>
        </pc:spChg>
        <pc:spChg chg="add mod">
          <ac:chgData name="Francisco Silva" userId="a288cbaf746e6d0a" providerId="LiveId" clId="{4EFD071F-5353-44F5-81BE-1C2D6554C15B}" dt="2026-03-07T02:59:35.257" v="304" actId="20577"/>
          <ac:spMkLst>
            <pc:docMk/>
            <pc:sldMk cId="0" sldId="275"/>
            <ac:spMk id="25" creationId="{2D9348A7-BB2F-46AA-6AE0-8CD5208844DA}"/>
          </ac:spMkLst>
        </pc:spChg>
      </pc:sldChg>
      <pc:sldChg chg="addSp delSp modSp add del mod setBg">
        <pc:chgData name="Francisco Silva" userId="a288cbaf746e6d0a" providerId="LiveId" clId="{4EFD071F-5353-44F5-81BE-1C2D6554C15B}" dt="2026-03-17T09:15:58.513" v="1290" actId="47"/>
        <pc:sldMkLst>
          <pc:docMk/>
          <pc:sldMk cId="0" sldId="276"/>
        </pc:sldMkLst>
        <pc:spChg chg="mod">
          <ac:chgData name="Francisco Silva" userId="a288cbaf746e6d0a" providerId="LiveId" clId="{4EFD071F-5353-44F5-81BE-1C2D6554C15B}" dt="2026-03-07T04:07:57.833" v="1267" actId="1037"/>
          <ac:spMkLst>
            <pc:docMk/>
            <pc:sldMk cId="0" sldId="276"/>
            <ac:spMk id="8" creationId="{00000000-0000-0000-0000-000000000000}"/>
          </ac:spMkLst>
        </pc:spChg>
        <pc:spChg chg="mod">
          <ac:chgData name="Francisco Silva" userId="a288cbaf746e6d0a" providerId="LiveId" clId="{4EFD071F-5353-44F5-81BE-1C2D6554C15B}" dt="2026-03-07T04:08:04.550" v="1280" actId="1037"/>
          <ac:spMkLst>
            <pc:docMk/>
            <pc:sldMk cId="0" sldId="276"/>
            <ac:spMk id="9" creationId="{00000000-0000-0000-0000-000000000000}"/>
          </ac:spMkLst>
        </pc:spChg>
        <pc:spChg chg="mod">
          <ac:chgData name="Francisco Silva" userId="a288cbaf746e6d0a" providerId="LiveId" clId="{4EFD071F-5353-44F5-81BE-1C2D6554C15B}" dt="2026-03-07T04:07:57.833" v="1267" actId="1037"/>
          <ac:spMkLst>
            <pc:docMk/>
            <pc:sldMk cId="0" sldId="276"/>
            <ac:spMk id="10" creationId="{00000000-0000-0000-0000-000000000000}"/>
          </ac:spMkLst>
        </pc:spChg>
        <pc:spChg chg="mod">
          <ac:chgData name="Francisco Silva" userId="a288cbaf746e6d0a" providerId="LiveId" clId="{4EFD071F-5353-44F5-81BE-1C2D6554C15B}" dt="2026-03-07T04:07:57.833" v="1267" actId="1037"/>
          <ac:spMkLst>
            <pc:docMk/>
            <pc:sldMk cId="0" sldId="276"/>
            <ac:spMk id="11" creationId="{00000000-0000-0000-0000-000000000000}"/>
          </ac:spMkLst>
        </pc:spChg>
        <pc:spChg chg="mod">
          <ac:chgData name="Francisco Silva" userId="a288cbaf746e6d0a" providerId="LiveId" clId="{4EFD071F-5353-44F5-81BE-1C2D6554C15B}" dt="2026-03-07T04:08:04.550" v="1280" actId="1037"/>
          <ac:spMkLst>
            <pc:docMk/>
            <pc:sldMk cId="0" sldId="276"/>
            <ac:spMk id="13" creationId="{00000000-0000-0000-0000-000000000000}"/>
          </ac:spMkLst>
        </pc:spChg>
        <pc:spChg chg="mod">
          <ac:chgData name="Francisco Silva" userId="a288cbaf746e6d0a" providerId="LiveId" clId="{4EFD071F-5353-44F5-81BE-1C2D6554C15B}" dt="2026-03-07T04:07:57.833" v="1267" actId="1037"/>
          <ac:spMkLst>
            <pc:docMk/>
            <pc:sldMk cId="0" sldId="276"/>
            <ac:spMk id="14" creationId="{00000000-0000-0000-0000-000000000000}"/>
          </ac:spMkLst>
        </pc:spChg>
        <pc:spChg chg="mod">
          <ac:chgData name="Francisco Silva" userId="a288cbaf746e6d0a" providerId="LiveId" clId="{4EFD071F-5353-44F5-81BE-1C2D6554C15B}" dt="2026-03-07T04:07:57.833" v="1267" actId="1037"/>
          <ac:spMkLst>
            <pc:docMk/>
            <pc:sldMk cId="0" sldId="276"/>
            <ac:spMk id="15" creationId="{00000000-0000-0000-0000-000000000000}"/>
          </ac:spMkLst>
        </pc:spChg>
        <pc:spChg chg="mod">
          <ac:chgData name="Francisco Silva" userId="a288cbaf746e6d0a" providerId="LiveId" clId="{4EFD071F-5353-44F5-81BE-1C2D6554C15B}" dt="2026-03-07T04:07:57.833" v="1267" actId="1037"/>
          <ac:spMkLst>
            <pc:docMk/>
            <pc:sldMk cId="0" sldId="276"/>
            <ac:spMk id="16" creationId="{00000000-0000-0000-0000-000000000000}"/>
          </ac:spMkLst>
        </pc:spChg>
        <pc:spChg chg="mod">
          <ac:chgData name="Francisco Silva" userId="a288cbaf746e6d0a" providerId="LiveId" clId="{4EFD071F-5353-44F5-81BE-1C2D6554C15B}" dt="2026-03-07T04:08:04.550" v="1280" actId="1037"/>
          <ac:spMkLst>
            <pc:docMk/>
            <pc:sldMk cId="0" sldId="276"/>
            <ac:spMk id="17" creationId="{00000000-0000-0000-0000-000000000000}"/>
          </ac:spMkLst>
        </pc:spChg>
        <pc:spChg chg="mod">
          <ac:chgData name="Francisco Silva" userId="a288cbaf746e6d0a" providerId="LiveId" clId="{4EFD071F-5353-44F5-81BE-1C2D6554C15B}" dt="2026-03-07T04:07:57.833" v="1267" actId="1037"/>
          <ac:spMkLst>
            <pc:docMk/>
            <pc:sldMk cId="0" sldId="276"/>
            <ac:spMk id="18" creationId="{00000000-0000-0000-0000-000000000000}"/>
          </ac:spMkLst>
        </pc:spChg>
        <pc:spChg chg="mod">
          <ac:chgData name="Francisco Silva" userId="a288cbaf746e6d0a" providerId="LiveId" clId="{4EFD071F-5353-44F5-81BE-1C2D6554C15B}" dt="2026-03-07T04:07:57.833" v="1267" actId="1037"/>
          <ac:spMkLst>
            <pc:docMk/>
            <pc:sldMk cId="0" sldId="276"/>
            <ac:spMk id="19" creationId="{00000000-0000-0000-0000-000000000000}"/>
          </ac:spMkLst>
        </pc:spChg>
        <pc:spChg chg="add mod">
          <ac:chgData name="Francisco Silva" userId="a288cbaf746e6d0a" providerId="LiveId" clId="{4EFD071F-5353-44F5-81BE-1C2D6554C15B}" dt="2026-03-07T02:59:40.917" v="305"/>
          <ac:spMkLst>
            <pc:docMk/>
            <pc:sldMk cId="0" sldId="276"/>
            <ac:spMk id="20" creationId="{BF475A35-D01A-4047-E6BD-8CA5FE7EA83C}"/>
          </ac:spMkLst>
        </pc:spChg>
        <pc:spChg chg="add mod">
          <ac:chgData name="Francisco Silva" userId="a288cbaf746e6d0a" providerId="LiveId" clId="{4EFD071F-5353-44F5-81BE-1C2D6554C15B}" dt="2026-03-07T02:59:40.917" v="305"/>
          <ac:spMkLst>
            <pc:docMk/>
            <pc:sldMk cId="0" sldId="276"/>
            <ac:spMk id="21" creationId="{A3BA99F5-3434-5B49-8BFC-B28F4A82874E}"/>
          </ac:spMkLst>
        </pc:spChg>
        <pc:spChg chg="add mod">
          <ac:chgData name="Francisco Silva" userId="a288cbaf746e6d0a" providerId="LiveId" clId="{4EFD071F-5353-44F5-81BE-1C2D6554C15B}" dt="2026-03-07T04:08:13.751" v="1281" actId="14100"/>
          <ac:spMkLst>
            <pc:docMk/>
            <pc:sldMk cId="0" sldId="276"/>
            <ac:spMk id="25" creationId="{B8C567DA-27A2-86CB-CDEA-D67B271DC127}"/>
          </ac:spMkLst>
        </pc:spChg>
        <pc:spChg chg="add mod">
          <ac:chgData name="Francisco Silva" userId="a288cbaf746e6d0a" providerId="LiveId" clId="{4EFD071F-5353-44F5-81BE-1C2D6554C15B}" dt="2026-03-07T04:07:48.170" v="1244" actId="1037"/>
          <ac:spMkLst>
            <pc:docMk/>
            <pc:sldMk cId="0" sldId="276"/>
            <ac:spMk id="26" creationId="{B542726C-6F8E-3701-A570-D26D1344CFB2}"/>
          </ac:spMkLst>
        </pc:spChg>
        <pc:picChg chg="add mod modCrop">
          <ac:chgData name="Francisco Silva" userId="a288cbaf746e6d0a" providerId="LiveId" clId="{4EFD071F-5353-44F5-81BE-1C2D6554C15B}" dt="2026-03-07T04:07:48.170" v="1244" actId="1037"/>
          <ac:picMkLst>
            <pc:docMk/>
            <pc:sldMk cId="0" sldId="276"/>
            <ac:picMk id="23" creationId="{4397D4EF-BE9E-0D3E-C211-5A5F795C7C18}"/>
          </ac:picMkLst>
        </pc:picChg>
        <pc:picChg chg="add mod modCrop">
          <ac:chgData name="Francisco Silva" userId="a288cbaf746e6d0a" providerId="LiveId" clId="{4EFD071F-5353-44F5-81BE-1C2D6554C15B}" dt="2026-03-07T04:07:48.170" v="1244" actId="1037"/>
          <ac:picMkLst>
            <pc:docMk/>
            <pc:sldMk cId="0" sldId="276"/>
            <ac:picMk id="24" creationId="{7CDBC687-48FC-411E-E0F5-0D1EE4274DE0}"/>
          </ac:picMkLst>
        </pc:picChg>
      </pc:sldChg>
      <pc:sldChg chg="addSp delSp modSp add del mod setBg">
        <pc:chgData name="Francisco Silva" userId="a288cbaf746e6d0a" providerId="LiveId" clId="{4EFD071F-5353-44F5-81BE-1C2D6554C15B}" dt="2026-03-17T09:15:58.513" v="1290" actId="47"/>
        <pc:sldMkLst>
          <pc:docMk/>
          <pc:sldMk cId="0" sldId="277"/>
        </pc:sldMkLst>
        <pc:spChg chg="add mod">
          <ac:chgData name="Francisco Silva" userId="a288cbaf746e6d0a" providerId="LiveId" clId="{4EFD071F-5353-44F5-81BE-1C2D6554C15B}" dt="2026-03-07T03:53:13.518" v="1063" actId="207"/>
          <ac:spMkLst>
            <pc:docMk/>
            <pc:sldMk cId="0" sldId="277"/>
            <ac:spMk id="9" creationId="{8D816A51-37C1-5C3A-5AAE-553BB7D86C61}"/>
          </ac:spMkLst>
        </pc:spChg>
        <pc:spChg chg="add mod">
          <ac:chgData name="Francisco Silva" userId="a288cbaf746e6d0a" providerId="LiveId" clId="{4EFD071F-5353-44F5-81BE-1C2D6554C15B}" dt="2026-03-07T02:59:42.514" v="306"/>
          <ac:spMkLst>
            <pc:docMk/>
            <pc:sldMk cId="0" sldId="277"/>
            <ac:spMk id="10" creationId="{8011C011-5643-7753-1FAC-D18037421898}"/>
          </ac:spMkLst>
        </pc:spChg>
        <pc:picChg chg="add mod">
          <ac:chgData name="Francisco Silva" userId="a288cbaf746e6d0a" providerId="LiveId" clId="{4EFD071F-5353-44F5-81BE-1C2D6554C15B}" dt="2026-03-07T04:08:52.798" v="1287" actId="1076"/>
          <ac:picMkLst>
            <pc:docMk/>
            <pc:sldMk cId="0" sldId="277"/>
            <ac:picMk id="12" creationId="{CB407761-126A-8F2A-3A5B-4FDECE90D6C9}"/>
          </ac:picMkLst>
        </pc:picChg>
      </pc:sldChg>
      <pc:sldChg chg="addSp modSp add del mod setBg">
        <pc:chgData name="Francisco Silva" userId="a288cbaf746e6d0a" providerId="LiveId" clId="{4EFD071F-5353-44F5-81BE-1C2D6554C15B}" dt="2026-03-17T09:16:00.150" v="1291" actId="47"/>
        <pc:sldMkLst>
          <pc:docMk/>
          <pc:sldMk cId="0" sldId="278"/>
        </pc:sldMkLst>
        <pc:spChg chg="add mod">
          <ac:chgData name="Francisco Silva" userId="a288cbaf746e6d0a" providerId="LiveId" clId="{4EFD071F-5353-44F5-81BE-1C2D6554C15B}" dt="2026-03-07T03:53:16.739" v="1064" actId="207"/>
          <ac:spMkLst>
            <pc:docMk/>
            <pc:sldMk cId="0" sldId="278"/>
            <ac:spMk id="34" creationId="{165FD74B-79DA-23ED-55E8-07094F8039D1}"/>
          </ac:spMkLst>
        </pc:spChg>
        <pc:spChg chg="add mod">
          <ac:chgData name="Francisco Silva" userId="a288cbaf746e6d0a" providerId="LiveId" clId="{4EFD071F-5353-44F5-81BE-1C2D6554C15B}" dt="2026-03-07T02:59:43.878" v="307"/>
          <ac:spMkLst>
            <pc:docMk/>
            <pc:sldMk cId="0" sldId="278"/>
            <ac:spMk id="35" creationId="{41064285-E4DC-E9BB-6886-354EDD050043}"/>
          </ac:spMkLst>
        </pc:spChg>
      </pc:sldChg>
      <pc:sldChg chg="add setBg">
        <pc:chgData name="Francisco Silva" userId="a288cbaf746e6d0a" providerId="LiveId" clId="{4EFD071F-5353-44F5-81BE-1C2D6554C15B}" dt="2026-03-07T02:28:57.385" v="3"/>
        <pc:sldMkLst>
          <pc:docMk/>
          <pc:sldMk cId="0" sldId="279"/>
        </pc:sldMkLst>
      </pc:sldChg>
      <pc:sldChg chg="addSp delSp modSp add mod setBg">
        <pc:chgData name="Francisco Silva" userId="a288cbaf746e6d0a" providerId="LiveId" clId="{4EFD071F-5353-44F5-81BE-1C2D6554C15B}" dt="2026-03-07T02:55:02.587" v="211" actId="1038"/>
        <pc:sldMkLst>
          <pc:docMk/>
          <pc:sldMk cId="382049406" sldId="281"/>
        </pc:sldMkLst>
        <pc:spChg chg="add mod">
          <ac:chgData name="Francisco Silva" userId="a288cbaf746e6d0a" providerId="LiveId" clId="{4EFD071F-5353-44F5-81BE-1C2D6554C15B}" dt="2026-03-07T02:55:02.587" v="211" actId="1038"/>
          <ac:spMkLst>
            <pc:docMk/>
            <pc:sldMk cId="382049406" sldId="281"/>
            <ac:spMk id="13" creationId="{126CB09D-0BFD-09CC-0B52-045D8A1DF192}"/>
          </ac:spMkLst>
        </pc:spChg>
        <pc:spChg chg="add mod">
          <ac:chgData name="Francisco Silva" userId="a288cbaf746e6d0a" providerId="LiveId" clId="{4EFD071F-5353-44F5-81BE-1C2D6554C15B}" dt="2026-03-07T02:54:24.596" v="196" actId="1076"/>
          <ac:spMkLst>
            <pc:docMk/>
            <pc:sldMk cId="382049406" sldId="281"/>
            <ac:spMk id="14" creationId="{F1208A27-ACDC-2F0D-389D-D639A2AE77BA}"/>
          </ac:spMkLst>
        </pc:spChg>
        <pc:cxnChg chg="add mod">
          <ac:chgData name="Francisco Silva" userId="a288cbaf746e6d0a" providerId="LiveId" clId="{4EFD071F-5353-44F5-81BE-1C2D6554C15B}" dt="2026-03-07T02:54:16.895" v="195" actId="339"/>
          <ac:cxnSpMkLst>
            <pc:docMk/>
            <pc:sldMk cId="382049406" sldId="281"/>
            <ac:cxnSpMk id="16" creationId="{87E16401-53BD-06FB-8BD7-0FAEF5EF5329}"/>
          </ac:cxnSpMkLst>
        </pc:cxnChg>
      </pc:sldChg>
      <pc:sldChg chg="modSp add mod">
        <pc:chgData name="Francisco Silva" userId="a288cbaf746e6d0a" providerId="LiveId" clId="{4EFD071F-5353-44F5-81BE-1C2D6554C15B}" dt="2026-03-07T02:54:56.602" v="208" actId="1038"/>
        <pc:sldMkLst>
          <pc:docMk/>
          <pc:sldMk cId="115392157" sldId="282"/>
        </pc:sldMkLst>
        <pc:spChg chg="mod">
          <ac:chgData name="Francisco Silva" userId="a288cbaf746e6d0a" providerId="LiveId" clId="{4EFD071F-5353-44F5-81BE-1C2D6554C15B}" dt="2026-03-07T02:54:56.602" v="208" actId="1038"/>
          <ac:spMkLst>
            <pc:docMk/>
            <pc:sldMk cId="115392157" sldId="282"/>
            <ac:spMk id="13" creationId="{5D44035D-AB1C-53F3-0CCD-B524807CC57E}"/>
          </ac:spMkLst>
        </pc:spChg>
        <pc:spChg chg="mod">
          <ac:chgData name="Francisco Silva" userId="a288cbaf746e6d0a" providerId="LiveId" clId="{4EFD071F-5353-44F5-81BE-1C2D6554C15B}" dt="2026-03-07T02:54:42.600" v="200" actId="20577"/>
          <ac:spMkLst>
            <pc:docMk/>
            <pc:sldMk cId="115392157" sldId="282"/>
            <ac:spMk id="14" creationId="{7C19D1E8-29E0-C8E9-DB41-05034A11BC46}"/>
          </ac:spMkLst>
        </pc:spChg>
      </pc:sldChg>
      <pc:sldChg chg="modSp add mod">
        <pc:chgData name="Francisco Silva" userId="a288cbaf746e6d0a" providerId="LiveId" clId="{4EFD071F-5353-44F5-81BE-1C2D6554C15B}" dt="2026-03-07T02:55:23.649" v="216"/>
        <pc:sldMkLst>
          <pc:docMk/>
          <pc:sldMk cId="4114825286" sldId="283"/>
        </pc:sldMkLst>
        <pc:spChg chg="mod">
          <ac:chgData name="Francisco Silva" userId="a288cbaf746e6d0a" providerId="LiveId" clId="{4EFD071F-5353-44F5-81BE-1C2D6554C15B}" dt="2026-03-07T02:55:23.649" v="216"/>
          <ac:spMkLst>
            <pc:docMk/>
            <pc:sldMk cId="4114825286" sldId="283"/>
            <ac:spMk id="13" creationId="{586A7FFC-A886-35D2-7A56-D6C122CD8814}"/>
          </ac:spMkLst>
        </pc:spChg>
        <pc:spChg chg="mod">
          <ac:chgData name="Francisco Silva" userId="a288cbaf746e6d0a" providerId="LiveId" clId="{4EFD071F-5353-44F5-81BE-1C2D6554C15B}" dt="2026-03-07T02:55:20.465" v="215" actId="6549"/>
          <ac:spMkLst>
            <pc:docMk/>
            <pc:sldMk cId="4114825286" sldId="283"/>
            <ac:spMk id="14" creationId="{7E90CD51-2298-5ED9-5E21-B71BDE7A1FCD}"/>
          </ac:spMkLst>
        </pc:spChg>
      </pc:sldChg>
      <pc:sldChg chg="modSp add mod">
        <pc:chgData name="Francisco Silva" userId="a288cbaf746e6d0a" providerId="LiveId" clId="{4EFD071F-5353-44F5-81BE-1C2D6554C15B}" dt="2026-03-07T02:55:38.900" v="221"/>
        <pc:sldMkLst>
          <pc:docMk/>
          <pc:sldMk cId="2422377268" sldId="284"/>
        </pc:sldMkLst>
        <pc:spChg chg="mod">
          <ac:chgData name="Francisco Silva" userId="a288cbaf746e6d0a" providerId="LiveId" clId="{4EFD071F-5353-44F5-81BE-1C2D6554C15B}" dt="2026-03-07T02:55:38.900" v="221"/>
          <ac:spMkLst>
            <pc:docMk/>
            <pc:sldMk cId="2422377268" sldId="284"/>
            <ac:spMk id="13" creationId="{C601B13D-B0FC-5590-8AC1-F4FED5C4117A}"/>
          </ac:spMkLst>
        </pc:spChg>
        <pc:spChg chg="mod">
          <ac:chgData name="Francisco Silva" userId="a288cbaf746e6d0a" providerId="LiveId" clId="{4EFD071F-5353-44F5-81BE-1C2D6554C15B}" dt="2026-03-07T02:55:36.131" v="220" actId="20577"/>
          <ac:spMkLst>
            <pc:docMk/>
            <pc:sldMk cId="2422377268" sldId="284"/>
            <ac:spMk id="14" creationId="{6C286057-B071-1602-9CEB-9A98C3BB810D}"/>
          </ac:spMkLst>
        </pc:spChg>
      </pc:sldChg>
      <pc:sldMasterChg chg="del delSldLayout">
        <pc:chgData name="Francisco Silva" userId="a288cbaf746e6d0a" providerId="LiveId" clId="{4EFD071F-5353-44F5-81BE-1C2D6554C15B}" dt="2026-03-17T09:16:00.150" v="1291" actId="47"/>
        <pc:sldMasterMkLst>
          <pc:docMk/>
          <pc:sldMasterMk cId="4106938611" sldId="2147483840"/>
        </pc:sldMasterMkLst>
        <pc:sldLayoutChg chg="del">
          <pc:chgData name="Francisco Silva" userId="a288cbaf746e6d0a" providerId="LiveId" clId="{4EFD071F-5353-44F5-81BE-1C2D6554C15B}" dt="2026-03-17T09:16:00.150" v="1291" actId="47"/>
          <pc:sldLayoutMkLst>
            <pc:docMk/>
            <pc:sldMasterMk cId="4106938611" sldId="2147483840"/>
            <pc:sldLayoutMk cId="1839203006" sldId="2147483841"/>
          </pc:sldLayoutMkLst>
        </pc:sldLayoutChg>
        <pc:sldLayoutChg chg="del">
          <pc:chgData name="Francisco Silva" userId="a288cbaf746e6d0a" providerId="LiveId" clId="{4EFD071F-5353-44F5-81BE-1C2D6554C15B}" dt="2026-03-17T09:16:00.150" v="1291" actId="47"/>
          <pc:sldLayoutMkLst>
            <pc:docMk/>
            <pc:sldMasterMk cId="4106938611" sldId="2147483840"/>
            <pc:sldLayoutMk cId="760113442" sldId="2147483842"/>
          </pc:sldLayoutMkLst>
        </pc:sldLayoutChg>
        <pc:sldLayoutChg chg="del">
          <pc:chgData name="Francisco Silva" userId="a288cbaf746e6d0a" providerId="LiveId" clId="{4EFD071F-5353-44F5-81BE-1C2D6554C15B}" dt="2026-03-17T09:16:00.150" v="1291" actId="47"/>
          <pc:sldLayoutMkLst>
            <pc:docMk/>
            <pc:sldMasterMk cId="4106938611" sldId="2147483840"/>
            <pc:sldLayoutMk cId="294652945" sldId="2147483843"/>
          </pc:sldLayoutMkLst>
        </pc:sldLayoutChg>
        <pc:sldLayoutChg chg="del">
          <pc:chgData name="Francisco Silva" userId="a288cbaf746e6d0a" providerId="LiveId" clId="{4EFD071F-5353-44F5-81BE-1C2D6554C15B}" dt="2026-03-17T09:16:00.150" v="1291" actId="47"/>
          <pc:sldLayoutMkLst>
            <pc:docMk/>
            <pc:sldMasterMk cId="4106938611" sldId="2147483840"/>
            <pc:sldLayoutMk cId="1699694362" sldId="2147483844"/>
          </pc:sldLayoutMkLst>
        </pc:sldLayoutChg>
        <pc:sldLayoutChg chg="del">
          <pc:chgData name="Francisco Silva" userId="a288cbaf746e6d0a" providerId="LiveId" clId="{4EFD071F-5353-44F5-81BE-1C2D6554C15B}" dt="2026-03-17T09:16:00.150" v="1291" actId="47"/>
          <pc:sldLayoutMkLst>
            <pc:docMk/>
            <pc:sldMasterMk cId="4106938611" sldId="2147483840"/>
            <pc:sldLayoutMk cId="3036937495" sldId="2147483845"/>
          </pc:sldLayoutMkLst>
        </pc:sldLayoutChg>
        <pc:sldLayoutChg chg="del">
          <pc:chgData name="Francisco Silva" userId="a288cbaf746e6d0a" providerId="LiveId" clId="{4EFD071F-5353-44F5-81BE-1C2D6554C15B}" dt="2026-03-17T09:16:00.150" v="1291" actId="47"/>
          <pc:sldLayoutMkLst>
            <pc:docMk/>
            <pc:sldMasterMk cId="4106938611" sldId="2147483840"/>
            <pc:sldLayoutMk cId="854484401" sldId="2147483846"/>
          </pc:sldLayoutMkLst>
        </pc:sldLayoutChg>
        <pc:sldLayoutChg chg="del">
          <pc:chgData name="Francisco Silva" userId="a288cbaf746e6d0a" providerId="LiveId" clId="{4EFD071F-5353-44F5-81BE-1C2D6554C15B}" dt="2026-03-17T09:16:00.150" v="1291" actId="47"/>
          <pc:sldLayoutMkLst>
            <pc:docMk/>
            <pc:sldMasterMk cId="4106938611" sldId="2147483840"/>
            <pc:sldLayoutMk cId="1507790090" sldId="2147483847"/>
          </pc:sldLayoutMkLst>
        </pc:sldLayoutChg>
        <pc:sldLayoutChg chg="del">
          <pc:chgData name="Francisco Silva" userId="a288cbaf746e6d0a" providerId="LiveId" clId="{4EFD071F-5353-44F5-81BE-1C2D6554C15B}" dt="2026-03-17T09:16:00.150" v="1291" actId="47"/>
          <pc:sldLayoutMkLst>
            <pc:docMk/>
            <pc:sldMasterMk cId="4106938611" sldId="2147483840"/>
            <pc:sldLayoutMk cId="110464754" sldId="2147483848"/>
          </pc:sldLayoutMkLst>
        </pc:sldLayoutChg>
        <pc:sldLayoutChg chg="del">
          <pc:chgData name="Francisco Silva" userId="a288cbaf746e6d0a" providerId="LiveId" clId="{4EFD071F-5353-44F5-81BE-1C2D6554C15B}" dt="2026-03-17T09:16:00.150" v="1291" actId="47"/>
          <pc:sldLayoutMkLst>
            <pc:docMk/>
            <pc:sldMasterMk cId="4106938611" sldId="2147483840"/>
            <pc:sldLayoutMk cId="3355906301" sldId="2147483849"/>
          </pc:sldLayoutMkLst>
        </pc:sldLayoutChg>
        <pc:sldLayoutChg chg="del">
          <pc:chgData name="Francisco Silva" userId="a288cbaf746e6d0a" providerId="LiveId" clId="{4EFD071F-5353-44F5-81BE-1C2D6554C15B}" dt="2026-03-17T09:16:00.150" v="1291" actId="47"/>
          <pc:sldLayoutMkLst>
            <pc:docMk/>
            <pc:sldMasterMk cId="4106938611" sldId="2147483840"/>
            <pc:sldLayoutMk cId="2978210890" sldId="2147483850"/>
          </pc:sldLayoutMkLst>
        </pc:sldLayoutChg>
        <pc:sldLayoutChg chg="del">
          <pc:chgData name="Francisco Silva" userId="a288cbaf746e6d0a" providerId="LiveId" clId="{4EFD071F-5353-44F5-81BE-1C2D6554C15B}" dt="2026-03-17T09:16:00.150" v="1291" actId="47"/>
          <pc:sldLayoutMkLst>
            <pc:docMk/>
            <pc:sldMasterMk cId="4106938611" sldId="2147483840"/>
            <pc:sldLayoutMk cId="2982293182" sldId="2147483851"/>
          </pc:sldLayoutMkLst>
        </pc:sldLayoutChg>
        <pc:sldLayoutChg chg="del">
          <pc:chgData name="Francisco Silva" userId="a288cbaf746e6d0a" providerId="LiveId" clId="{4EFD071F-5353-44F5-81BE-1C2D6554C15B}" dt="2026-03-17T09:16:00.150" v="1291" actId="47"/>
          <pc:sldLayoutMkLst>
            <pc:docMk/>
            <pc:sldMasterMk cId="4106938611" sldId="2147483840"/>
            <pc:sldLayoutMk cId="1883424276" sldId="2147483852"/>
          </pc:sldLayoutMkLst>
        </pc:sldLayoutChg>
        <pc:sldLayoutChg chg="del">
          <pc:chgData name="Francisco Silva" userId="a288cbaf746e6d0a" providerId="LiveId" clId="{4EFD071F-5353-44F5-81BE-1C2D6554C15B}" dt="2026-03-17T09:16:00.150" v="1291" actId="47"/>
          <pc:sldLayoutMkLst>
            <pc:docMk/>
            <pc:sldMasterMk cId="4106938611" sldId="2147483840"/>
            <pc:sldLayoutMk cId="3754657086" sldId="2147483853"/>
          </pc:sldLayoutMkLst>
        </pc:sldLayoutChg>
        <pc:sldLayoutChg chg="del">
          <pc:chgData name="Francisco Silva" userId="a288cbaf746e6d0a" providerId="LiveId" clId="{4EFD071F-5353-44F5-81BE-1C2D6554C15B}" dt="2026-03-17T09:16:00.150" v="1291" actId="47"/>
          <pc:sldLayoutMkLst>
            <pc:docMk/>
            <pc:sldMasterMk cId="4106938611" sldId="2147483840"/>
            <pc:sldLayoutMk cId="3244322476" sldId="2147483854"/>
          </pc:sldLayoutMkLst>
        </pc:sldLayoutChg>
        <pc:sldLayoutChg chg="del">
          <pc:chgData name="Francisco Silva" userId="a288cbaf746e6d0a" providerId="LiveId" clId="{4EFD071F-5353-44F5-81BE-1C2D6554C15B}" dt="2026-03-17T09:16:00.150" v="1291" actId="47"/>
          <pc:sldLayoutMkLst>
            <pc:docMk/>
            <pc:sldMasterMk cId="4106938611" sldId="2147483840"/>
            <pc:sldLayoutMk cId="534475446" sldId="2147483855"/>
          </pc:sldLayoutMkLst>
        </pc:sldLayoutChg>
        <pc:sldLayoutChg chg="del">
          <pc:chgData name="Francisco Silva" userId="a288cbaf746e6d0a" providerId="LiveId" clId="{4EFD071F-5353-44F5-81BE-1C2D6554C15B}" dt="2026-03-17T09:16:00.150" v="1291" actId="47"/>
          <pc:sldLayoutMkLst>
            <pc:docMk/>
            <pc:sldMasterMk cId="4106938611" sldId="2147483840"/>
            <pc:sldLayoutMk cId="785221913" sldId="2147483856"/>
          </pc:sldLayoutMkLst>
        </pc:sldLayoutChg>
        <pc:sldLayoutChg chg="del">
          <pc:chgData name="Francisco Silva" userId="a288cbaf746e6d0a" providerId="LiveId" clId="{4EFD071F-5353-44F5-81BE-1C2D6554C15B}" dt="2026-03-17T09:16:00.150" v="1291" actId="47"/>
          <pc:sldLayoutMkLst>
            <pc:docMk/>
            <pc:sldMasterMk cId="4106938611" sldId="2147483840"/>
            <pc:sldLayoutMk cId="382307999" sldId="2147483857"/>
          </pc:sldLayoutMkLst>
        </pc:sldLayoutChg>
        <pc:sldLayoutChg chg="del">
          <pc:chgData name="Francisco Silva" userId="a288cbaf746e6d0a" providerId="LiveId" clId="{4EFD071F-5353-44F5-81BE-1C2D6554C15B}" dt="2026-03-17T09:16:00.150" v="1291" actId="47"/>
          <pc:sldLayoutMkLst>
            <pc:docMk/>
            <pc:sldMasterMk cId="4106938611" sldId="2147483840"/>
            <pc:sldLayoutMk cId="598582544" sldId="2147483858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3859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B7D86-4E7E-69D6-10DE-EB52DA17C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976FE4-68DF-C1F9-27AB-2B718C5C5A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A7C7FC-08E4-5C4F-DACB-BBCA477470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1E08CF-3F97-5E03-EF73-A38F691D48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062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BFAA4-F991-26B2-8A0F-8376B111A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833D0B-4CBD-425B-310A-38E1C38BD4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68C936-3F6C-0B70-6277-E2C3377878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B0199C-FB5A-9A95-7D7A-3AAFB147A1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3710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367F7-8E15-C927-6398-C8EAAFA7B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F5B05F-A2D1-5297-20C6-93EA1D23CA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106E45-EECD-6837-C95A-6C5C4C8162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F24DA2-A2D5-360F-B5D7-92B814684E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1708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CAAF6-D4DD-1AE9-BDA9-565C1F13B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A68680-5EF1-0C56-DBE8-6E02EB5892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4CF2B4-6456-837C-FDF2-44EE498F3A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3A4805-850F-EF40-9841-AFAA429651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6366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57350" y="3348021"/>
            <a:ext cx="6858000" cy="1231118"/>
          </a:xfrm>
        </p:spPr>
        <p:txBody>
          <a:bodyPr wrap="none" anchor="t">
            <a:normAutofit/>
          </a:bodyPr>
          <a:lstStyle>
            <a:lvl1pPr algn="r">
              <a:defRPr sz="7200" b="0" spc="-225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7349" y="2770782"/>
            <a:ext cx="6858000" cy="565519"/>
          </a:xfrm>
        </p:spPr>
        <p:txBody>
          <a:bodyPr anchor="b">
            <a:normAutofit/>
          </a:bodyPr>
          <a:lstStyle>
            <a:lvl1pPr marL="0" indent="0" algn="r">
              <a:buNone/>
              <a:defRPr sz="24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27982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774209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640899" y="3348021"/>
            <a:ext cx="6858000" cy="1231118"/>
          </a:xfrm>
        </p:spPr>
        <p:txBody>
          <a:bodyPr wrap="none" anchor="t">
            <a:normAutofit/>
          </a:bodyPr>
          <a:lstStyle>
            <a:lvl1pPr algn="l">
              <a:defRPr sz="7200" b="0" spc="-225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640899" y="2770256"/>
            <a:ext cx="6858000" cy="565519"/>
          </a:xfrm>
        </p:spPr>
        <p:txBody>
          <a:bodyPr anchor="b">
            <a:normAutofit/>
          </a:bodyPr>
          <a:lstStyle>
            <a:lvl1pPr marL="0" indent="0" algn="l">
              <a:buNone/>
              <a:defRPr sz="24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002304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0000" y="1369219"/>
            <a:ext cx="3768912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39880" y="1369219"/>
            <a:ext cx="377547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126491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000" y="1260872"/>
            <a:ext cx="3768912" cy="617934"/>
          </a:xfrm>
        </p:spPr>
        <p:txBody>
          <a:bodyPr anchor="b"/>
          <a:lstStyle>
            <a:lvl1pPr marL="0" indent="0">
              <a:buNone/>
              <a:defRPr sz="1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000" y="1878806"/>
            <a:ext cx="3768912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39880" y="1260872"/>
            <a:ext cx="3776661" cy="61793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39880" y="1878806"/>
            <a:ext cx="377666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232500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20505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707079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000" y="1543050"/>
            <a:ext cx="2739019" cy="2858691"/>
          </a:xfrm>
        </p:spPr>
        <p:txBody>
          <a:bodyPr/>
          <a:lstStyle>
            <a:lvl1pPr marL="0" indent="0">
              <a:buNone/>
              <a:defRPr sz="12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10601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000" y="1543050"/>
            <a:ext cx="2739019" cy="2858691"/>
          </a:xfrm>
        </p:spPr>
        <p:txBody>
          <a:bodyPr/>
          <a:lstStyle>
            <a:lvl1pPr marL="0" indent="0">
              <a:buNone/>
              <a:defRPr sz="12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8271288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275370"/>
            <a:ext cx="7886700" cy="61451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9841" y="740569"/>
            <a:ext cx="7886700" cy="253480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3889887"/>
            <a:ext cx="7885509" cy="511854"/>
          </a:xfrm>
        </p:spPr>
        <p:txBody>
          <a:bodyPr/>
          <a:lstStyle>
            <a:lvl1pPr marL="0" indent="0">
              <a:buNone/>
              <a:defRPr sz="12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4763516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2650758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3367049"/>
            <a:ext cx="7885509" cy="1126370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648732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273844"/>
            <a:ext cx="6977064" cy="2244678"/>
          </a:xfrm>
        </p:spPr>
        <p:txBody>
          <a:bodyPr anchor="ctr"/>
          <a:lstStyle>
            <a:lvl1pPr>
              <a:defRPr sz="3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2524168"/>
            <a:ext cx="6564224" cy="411726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8650" y="3376297"/>
            <a:ext cx="7884318" cy="1117122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33283" y="590118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8359" y="205740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476660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1745226"/>
            <a:ext cx="7886700" cy="1883876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3637936"/>
            <a:ext cx="7885509" cy="855483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0857124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002961" y="1414462"/>
            <a:ext cx="221015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017598" y="1928812"/>
            <a:ext cx="2195513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40996" y="1414462"/>
            <a:ext cx="2202181" cy="43219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1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33081" y="1928812"/>
            <a:ext cx="2210096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71777" y="1414462"/>
            <a:ext cx="2199085" cy="43219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18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71777" y="1928812"/>
            <a:ext cx="2199085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792762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99064" y="3223127"/>
            <a:ext cx="220503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99064" y="1692266"/>
            <a:ext cx="2205038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99064" y="3655324"/>
            <a:ext cx="220503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26748" y="3223127"/>
            <a:ext cx="219789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1692266"/>
            <a:ext cx="2197894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25733" y="3655323"/>
            <a:ext cx="2200805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53242" y="3223127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53241" y="1692266"/>
            <a:ext cx="2199085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53148" y="3655322"/>
            <a:ext cx="220199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940211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5574217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72819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4250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000" y="1369219"/>
            <a:ext cx="767535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4AAD347D-5ACD-4C99-B74B-A9C85AD731AF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26444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  <p:sldLayoutId id="2147483832" r:id="rId11"/>
    <p:sldLayoutId id="2147483833" r:id="rId12"/>
    <p:sldLayoutId id="2147483834" r:id="rId13"/>
    <p:sldLayoutId id="2147483835" r:id="rId14"/>
    <p:sldLayoutId id="2147483836" r:id="rId15"/>
    <p:sldLayoutId id="2147483837" r:id="rId16"/>
    <p:sldLayoutId id="2147483838" r:id="rId17"/>
    <p:sldLayoutId id="2147483839" r:id="rId18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05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microsoft.com/office/2007/relationships/hdphoto" Target="../media/hdphoto2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microsoft.com/office/2007/relationships/hdphoto" Target="../media/hdphoto2.wd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microsoft.com/office/2007/relationships/hdphoto" Target="../media/hdphoto2.wdp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microsoft.com/office/2007/relationships/hdphoto" Target="../media/hdphoto2.wd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microsoft.com/office/2007/relationships/hdphoto" Target="../media/hdphoto2.wdp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822960"/>
            <a:ext cx="4754880" cy="4754880"/>
          </a:xfrm>
          <a:prstGeom prst="ellipse">
            <a:avLst/>
          </a:prstGeom>
          <a:solidFill>
            <a:srgbClr val="1C3A52">
              <a:alpha val="62000"/>
            </a:srgbClr>
          </a:solidFill>
          <a:ln w="12700">
            <a:solidFill>
              <a:srgbClr val="1C3A5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7315200" y="2377440"/>
            <a:ext cx="2743200" cy="2743200"/>
          </a:xfrm>
          <a:prstGeom prst="ellipse">
            <a:avLst/>
          </a:prstGeom>
          <a:solidFill>
            <a:srgbClr val="00A896">
              <a:alpha val="45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347472" y="50292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 ·  ASSIGNMENT 1  ·  TASK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47472" y="86868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Pokémon Type Classification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47472" y="1719072"/>
            <a:ext cx="658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Flat-Pixel Multi-Layer Perceptron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7472" y="2267712"/>
            <a:ext cx="347472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9" name="Text 7"/>
          <p:cNvSpPr/>
          <p:nvPr/>
        </p:nvSpPr>
        <p:spPr>
          <a:xfrm>
            <a:off x="347472" y="23774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70698 – Francisco Silva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AA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73554 – Miguel </a:t>
            </a:r>
            <a:r>
              <a:rPr lang="en-US" sz="1300" dirty="0" err="1">
                <a:solidFill>
                  <a:srgbClr val="AA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Cangalhas</a:t>
            </a:r>
            <a:endParaRPr lang="en-US" sz="1300" dirty="0">
              <a:solidFill>
                <a:srgbClr val="AACDE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300" dirty="0">
                <a:solidFill>
                  <a:srgbClr val="AACDE0"/>
                </a:solidFill>
                <a:latin typeface="Calibri" pitchFamily="34" charset="0"/>
                <a:cs typeface="Calibri" pitchFamily="34" charset="-120"/>
              </a:rPr>
              <a:t>73208 </a:t>
            </a:r>
            <a:r>
              <a:rPr lang="en-US" sz="1300" dirty="0">
                <a:solidFill>
                  <a:srgbClr val="AA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Rúben Silva</a:t>
            </a:r>
            <a:endParaRPr lang="en-US" sz="1300" dirty="0"/>
          </a:p>
        </p:txBody>
      </p:sp>
      <p:pic>
        <p:nvPicPr>
          <p:cNvPr id="1028" name="Picture 4" descr="NOVA FCT">
            <a:extLst>
              <a:ext uri="{FF2B5EF4-FFF2-40B4-BE49-F238E27FC236}">
                <a16:creationId xmlns:a16="http://schemas.microsoft.com/office/drawing/2014/main" id="{5ED66EE5-003F-1ED4-2274-3871AE979C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33" b="35200"/>
          <a:stretch/>
        </p:blipFill>
        <p:spPr bwMode="auto">
          <a:xfrm>
            <a:off x="5362525" y="-739257"/>
            <a:ext cx="1188684" cy="493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Quais os principais tipos de Pokémon que existem no anime e filmes  animados? - Olhar Digital">
            <a:extLst>
              <a:ext uri="{FF2B5EF4-FFF2-40B4-BE49-F238E27FC236}">
                <a16:creationId xmlns:a16="http://schemas.microsoft.com/office/drawing/2014/main" id="{BDDC356B-1E1B-DE14-ECB6-15D03218B5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8750" l="4375" r="97773">
                        <a14:foregroundMark x1="6016" y1="58819" x2="5938" y2="87500"/>
                        <a14:foregroundMark x1="5938" y1="87500" x2="9609" y2="99236"/>
                        <a14:foregroundMark x1="9609" y1="99236" x2="18633" y2="94514"/>
                        <a14:foregroundMark x1="18633" y1="94514" x2="25547" y2="95972"/>
                        <a14:foregroundMark x1="25547" y1="95972" x2="20391" y2="85556"/>
                        <a14:foregroundMark x1="20391" y1="85556" x2="18516" y2="75208"/>
                        <a14:foregroundMark x1="18516" y1="75208" x2="20156" y2="60972"/>
                        <a14:foregroundMark x1="20156" y1="60972" x2="10469" y2="66250"/>
                        <a14:foregroundMark x1="10469" y1="66250" x2="11719" y2="82361"/>
                        <a14:foregroundMark x1="11719" y1="82361" x2="13750" y2="72292"/>
                        <a14:foregroundMark x1="5469" y1="57569" x2="5039" y2="79722"/>
                        <a14:foregroundMark x1="5039" y1="79722" x2="4414" y2="83889"/>
                        <a14:foregroundMark x1="7070" y1="95069" x2="8008" y2="98403"/>
                        <a14:foregroundMark x1="63594" y1="97639" x2="67852" y2="98819"/>
                        <a14:foregroundMark x1="16250" y1="73264" x2="16797" y2="77292"/>
                        <a14:foregroundMark x1="96133" y1="50278" x2="97031" y2="63264"/>
                        <a14:foregroundMark x1="97031" y1="63264" x2="94492" y2="76597"/>
                        <a14:foregroundMark x1="94492" y1="76597" x2="90391" y2="83333"/>
                        <a14:foregroundMark x1="90391" y1="83333" x2="86914" y2="85833"/>
                        <a14:foregroundMark x1="95859" y1="50278" x2="97546" y2="63683"/>
                        <a14:foregroundMark x1="96841" y1="69371" x2="94141" y2="80625"/>
                        <a14:foregroundMark x1="97461" y1="67292" x2="96406" y2="75139"/>
                        <a14:foregroundMark x1="96680" y1="40278" x2="96680" y2="45069"/>
                        <a14:backgroundMark x1="97617" y1="63681" x2="97695" y2="71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7953" y="1645921"/>
            <a:ext cx="6226048" cy="3502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8" descr="NOSSA™ | NOVA School of Science &amp; Technology">
            <a:extLst>
              <a:ext uri="{FF2B5EF4-FFF2-40B4-BE49-F238E27FC236}">
                <a16:creationId xmlns:a16="http://schemas.microsoft.com/office/drawing/2014/main" id="{B5430560-568D-49E1-F0CD-C48B873415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28056" b="59722" l="28750" r="70625">
                        <a14:foregroundMark x1="28750" y1="38889" x2="29375" y2="52778"/>
                        <a14:foregroundMark x1="66406" y1="39167" x2="64844" y2="49722"/>
                        <a14:foregroundMark x1="69063" y1="45278" x2="70781" y2="50833"/>
                        <a14:foregroundMark x1="38750" y1="54444" x2="46094" y2="59722"/>
                        <a14:foregroundMark x1="46094" y1="59722" x2="50938" y2="55000"/>
                        <a14:foregroundMark x1="51250" y1="33889" x2="42188" y2="30833"/>
                        <a14:foregroundMark x1="42188" y1="30833" x2="38281" y2="35000"/>
                        <a14:foregroundMark x1="51875" y1="36944" x2="55313" y2="41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369" t="25133" r="26983" b="39200"/>
          <a:stretch>
            <a:fillRect/>
          </a:stretch>
        </p:blipFill>
        <p:spPr bwMode="auto">
          <a:xfrm>
            <a:off x="7838728" y="83266"/>
            <a:ext cx="1250407" cy="515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109728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Cover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60520" cy="1691640"/>
          </a:xfrm>
          <a:prstGeom prst="rect">
            <a:avLst/>
          </a:prstGeom>
          <a:solidFill>
            <a:srgbClr val="1C3A52"/>
          </a:solidFill>
          <a:ln w="6350">
            <a:solidFill>
              <a:srgbClr val="1122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2296" cy="1691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521208" y="9326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51560" y="93268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Exploration &amp; Analysis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138988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 ·  class imbalance  ·  pixel stats  ·  t-SNE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822960"/>
            <a:ext cx="4160520" cy="1691640"/>
          </a:xfrm>
          <a:prstGeom prst="rect">
            <a:avLst/>
          </a:prstGeom>
          <a:solidFill>
            <a:srgbClr val="1C3A52"/>
          </a:solidFill>
          <a:ln w="6350">
            <a:solidFill>
              <a:srgbClr val="1122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2" name="Shape 10"/>
          <p:cNvSpPr/>
          <p:nvPr/>
        </p:nvSpPr>
        <p:spPr>
          <a:xfrm>
            <a:off x="4754880" y="822960"/>
            <a:ext cx="82296" cy="1691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" name="Text 11"/>
          <p:cNvSpPr/>
          <p:nvPr/>
        </p:nvSpPr>
        <p:spPr>
          <a:xfrm>
            <a:off x="4910328" y="9326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40680" y="93268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Development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40680" y="138988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 ·  19 experiments  ·  regularisation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788920"/>
            <a:ext cx="4160520" cy="1691640"/>
          </a:xfrm>
          <a:prstGeom prst="rect">
            <a:avLst/>
          </a:prstGeom>
          <a:solidFill>
            <a:srgbClr val="1C3A52"/>
          </a:solidFill>
          <a:ln w="6350">
            <a:solidFill>
              <a:srgbClr val="1122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9" name="Shape 17"/>
          <p:cNvSpPr/>
          <p:nvPr/>
        </p:nvSpPr>
        <p:spPr>
          <a:xfrm>
            <a:off x="365760" y="2788920"/>
            <a:ext cx="82296" cy="1691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0" name="Text 18"/>
          <p:cNvSpPr/>
          <p:nvPr/>
        </p:nvSpPr>
        <p:spPr>
          <a:xfrm>
            <a:off x="521208" y="28986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51560" y="289864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Efficiency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335584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 ·  GPU budget  ·  checkpointing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788920"/>
            <a:ext cx="4160520" cy="1691640"/>
          </a:xfrm>
          <a:prstGeom prst="rect">
            <a:avLst/>
          </a:prstGeom>
          <a:solidFill>
            <a:srgbClr val="1C3A52"/>
          </a:solidFill>
          <a:ln w="6350">
            <a:solidFill>
              <a:srgbClr val="1122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6" name="Shape 24"/>
          <p:cNvSpPr/>
          <p:nvPr/>
        </p:nvSpPr>
        <p:spPr>
          <a:xfrm>
            <a:off x="4754880" y="2788920"/>
            <a:ext cx="82296" cy="1691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7" name="Text 25"/>
          <p:cNvSpPr/>
          <p:nvPr/>
        </p:nvSpPr>
        <p:spPr>
          <a:xfrm>
            <a:off x="4910328" y="28986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440680" y="289864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Evaluation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40680" y="335584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 ·  per-class  ·  confusion matrix</a:t>
            </a:r>
            <a:endParaRPr lang="en-US" sz="1100" dirty="0"/>
          </a:p>
        </p:txBody>
      </p:sp>
      <p:pic>
        <p:nvPicPr>
          <p:cNvPr id="7" name="Picture 8" descr="NOSSA™ | NOVA School of Science &amp; Technology">
            <a:extLst>
              <a:ext uri="{FF2B5EF4-FFF2-40B4-BE49-F238E27FC236}">
                <a16:creationId xmlns:a16="http://schemas.microsoft.com/office/drawing/2014/main" id="{468AEAC2-1FE2-5767-8EC3-4A82ADED1E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8056" b="59722" l="28750" r="70625">
                        <a14:foregroundMark x1="28750" y1="38889" x2="29375" y2="52778"/>
                        <a14:foregroundMark x1="66406" y1="39167" x2="64844" y2="49722"/>
                        <a14:foregroundMark x1="69063" y1="45278" x2="70781" y2="50833"/>
                        <a14:foregroundMark x1="38750" y1="54444" x2="46094" y2="59722"/>
                        <a14:foregroundMark x1="46094" y1="59722" x2="50938" y2="55000"/>
                        <a14:foregroundMark x1="51250" y1="33889" x2="42188" y2="30833"/>
                        <a14:foregroundMark x1="42188" y1="30833" x2="38281" y2="35000"/>
                        <a14:foregroundMark x1="51875" y1="36944" x2="55313" y2="41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369" t="25133" r="26983" b="39200"/>
          <a:stretch>
            <a:fillRect/>
          </a:stretch>
        </p:blipFill>
        <p:spPr bwMode="auto">
          <a:xfrm>
            <a:off x="8002953" y="23445"/>
            <a:ext cx="1023658" cy="422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BF93C-6E0A-CA71-E33C-F276EAFEC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C9B429E-9543-9656-705B-B803BA1310D0}"/>
              </a:ext>
            </a:extLst>
          </p:cNvPr>
          <p:cNvSpPr/>
          <p:nvPr/>
        </p:nvSpPr>
        <p:spPr>
          <a:xfrm>
            <a:off x="6217920" y="-822960"/>
            <a:ext cx="4754880" cy="4754880"/>
          </a:xfrm>
          <a:prstGeom prst="ellipse">
            <a:avLst/>
          </a:prstGeom>
          <a:solidFill>
            <a:srgbClr val="1C3A52">
              <a:alpha val="62000"/>
            </a:srgbClr>
          </a:solidFill>
          <a:ln w="12700">
            <a:solidFill>
              <a:srgbClr val="1C3A5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3CAD504-519F-DC95-8B70-70BC476FCD2A}"/>
              </a:ext>
            </a:extLst>
          </p:cNvPr>
          <p:cNvSpPr/>
          <p:nvPr/>
        </p:nvSpPr>
        <p:spPr>
          <a:xfrm>
            <a:off x="7315200" y="2377440"/>
            <a:ext cx="2743200" cy="2743200"/>
          </a:xfrm>
          <a:prstGeom prst="ellipse">
            <a:avLst/>
          </a:prstGeom>
          <a:solidFill>
            <a:srgbClr val="00A896">
              <a:alpha val="45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1028" name="Picture 4" descr="NOVA FCT">
            <a:extLst>
              <a:ext uri="{FF2B5EF4-FFF2-40B4-BE49-F238E27FC236}">
                <a16:creationId xmlns:a16="http://schemas.microsoft.com/office/drawing/2014/main" id="{76079A80-E769-2EC2-F0D0-19126503B9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33" b="35200"/>
          <a:stretch/>
        </p:blipFill>
        <p:spPr bwMode="auto">
          <a:xfrm>
            <a:off x="5362525" y="-739257"/>
            <a:ext cx="1188684" cy="493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Quais os principais tipos de Pokémon que existem no anime e filmes  animados? - Olhar Digital">
            <a:extLst>
              <a:ext uri="{FF2B5EF4-FFF2-40B4-BE49-F238E27FC236}">
                <a16:creationId xmlns:a16="http://schemas.microsoft.com/office/drawing/2014/main" id="{4434559A-786D-D1DD-16DF-DF333FBAF5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8750" l="4375" r="97773">
                        <a14:foregroundMark x1="6016" y1="58819" x2="5938" y2="87500"/>
                        <a14:foregroundMark x1="5938" y1="87500" x2="9609" y2="99236"/>
                        <a14:foregroundMark x1="9609" y1="99236" x2="18633" y2="94514"/>
                        <a14:foregroundMark x1="18633" y1="94514" x2="25547" y2="95972"/>
                        <a14:foregroundMark x1="25547" y1="95972" x2="20391" y2="85556"/>
                        <a14:foregroundMark x1="20391" y1="85556" x2="18516" y2="75208"/>
                        <a14:foregroundMark x1="18516" y1="75208" x2="20156" y2="60972"/>
                        <a14:foregroundMark x1="20156" y1="60972" x2="10469" y2="66250"/>
                        <a14:foregroundMark x1="10469" y1="66250" x2="11719" y2="82361"/>
                        <a14:foregroundMark x1="11719" y1="82361" x2="13750" y2="72292"/>
                        <a14:foregroundMark x1="5469" y1="57569" x2="5039" y2="79722"/>
                        <a14:foregroundMark x1="5039" y1="79722" x2="4414" y2="83889"/>
                        <a14:foregroundMark x1="7070" y1="95069" x2="8008" y2="98403"/>
                        <a14:foregroundMark x1="63594" y1="97639" x2="67852" y2="98819"/>
                        <a14:foregroundMark x1="16250" y1="73264" x2="16797" y2="77292"/>
                        <a14:foregroundMark x1="96133" y1="50278" x2="97031" y2="63264"/>
                        <a14:foregroundMark x1="97031" y1="63264" x2="94492" y2="76597"/>
                        <a14:foregroundMark x1="94492" y1="76597" x2="90391" y2="83333"/>
                        <a14:foregroundMark x1="90391" y1="83333" x2="86914" y2="85833"/>
                        <a14:foregroundMark x1="95859" y1="50278" x2="97546" y2="63683"/>
                        <a14:foregroundMark x1="96841" y1="69371" x2="94141" y2="80625"/>
                        <a14:foregroundMark x1="97461" y1="67292" x2="96406" y2="75139"/>
                        <a14:foregroundMark x1="96680" y1="40278" x2="96680" y2="45069"/>
                        <a14:backgroundMark x1="97617" y1="63681" x2="97695" y2="71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7953" y="1645921"/>
            <a:ext cx="6226048" cy="3502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8" descr="NOSSA™ | NOVA School of Science &amp; Technology">
            <a:extLst>
              <a:ext uri="{FF2B5EF4-FFF2-40B4-BE49-F238E27FC236}">
                <a16:creationId xmlns:a16="http://schemas.microsoft.com/office/drawing/2014/main" id="{28CD9547-9756-F2C6-1D40-B1706E1C56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28056" b="59722" l="28750" r="70625">
                        <a14:foregroundMark x1="28750" y1="38889" x2="29375" y2="52778"/>
                        <a14:foregroundMark x1="66406" y1="39167" x2="64844" y2="49722"/>
                        <a14:foregroundMark x1="69063" y1="45278" x2="70781" y2="50833"/>
                        <a14:foregroundMark x1="38750" y1="54444" x2="46094" y2="59722"/>
                        <a14:foregroundMark x1="46094" y1="59722" x2="50938" y2="55000"/>
                        <a14:foregroundMark x1="51250" y1="33889" x2="42188" y2="30833"/>
                        <a14:foregroundMark x1="42188" y1="30833" x2="38281" y2="35000"/>
                        <a14:foregroundMark x1="51875" y1="36944" x2="55313" y2="41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369" t="25133" r="26983" b="39200"/>
          <a:stretch>
            <a:fillRect/>
          </a:stretch>
        </p:blipFill>
        <p:spPr bwMode="auto">
          <a:xfrm>
            <a:off x="7838728" y="83266"/>
            <a:ext cx="1250407" cy="515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 4">
            <a:extLst>
              <a:ext uri="{FF2B5EF4-FFF2-40B4-BE49-F238E27FC236}">
                <a16:creationId xmlns:a16="http://schemas.microsoft.com/office/drawing/2014/main" id="{126CB09D-0BFD-09CC-0B52-045D8A1DF192}"/>
              </a:ext>
            </a:extLst>
          </p:cNvPr>
          <p:cNvSpPr/>
          <p:nvPr/>
        </p:nvSpPr>
        <p:spPr>
          <a:xfrm>
            <a:off x="1274249" y="1161287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Exploration &amp; Analysis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1208A27-ACDC-2F0D-389D-D639A2AE77BA}"/>
              </a:ext>
            </a:extLst>
          </p:cNvPr>
          <p:cNvSpPr/>
          <p:nvPr/>
        </p:nvSpPr>
        <p:spPr>
          <a:xfrm>
            <a:off x="192727" y="1015139"/>
            <a:ext cx="966372" cy="969108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1</a:t>
            </a:r>
            <a:endParaRPr lang="pt-PT" b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7E16401-53BD-06FB-8BD7-0FAEF5EF5329}"/>
              </a:ext>
            </a:extLst>
          </p:cNvPr>
          <p:cNvCxnSpPr/>
          <p:nvPr/>
        </p:nvCxnSpPr>
        <p:spPr>
          <a:xfrm>
            <a:off x="1305169" y="1856154"/>
            <a:ext cx="4822093" cy="0"/>
          </a:xfrm>
          <a:prstGeom prst="line">
            <a:avLst/>
          </a:prstGeom>
          <a:ln w="28575"/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049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Dataset at a Glance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863840" y="109728"/>
            <a:ext cx="1097280" cy="301752"/>
          </a:xfrm>
          <a:prstGeom prst="rect">
            <a:avLst/>
          </a:prstGeom>
          <a:solidFill>
            <a:srgbClr val="1C3A52"/>
          </a:solidFill>
          <a:ln w="12700">
            <a:solidFill>
              <a:srgbClr val="1C3A5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7863840" y="109728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EDA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20116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365760" y="82296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3 600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389888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images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777240"/>
            <a:ext cx="20116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0" name="Text 8"/>
          <p:cNvSpPr/>
          <p:nvPr/>
        </p:nvSpPr>
        <p:spPr>
          <a:xfrm>
            <a:off x="2560320" y="82296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60320" y="1389888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images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777240"/>
            <a:ext cx="20116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3" name="Text 11"/>
          <p:cNvSpPr/>
          <p:nvPr/>
        </p:nvSpPr>
        <p:spPr>
          <a:xfrm>
            <a:off x="4754880" y="82296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754880" y="1389888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Pokémon types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49440" y="777240"/>
            <a:ext cx="20116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6" name="Text 14"/>
          <p:cNvSpPr/>
          <p:nvPr/>
        </p:nvSpPr>
        <p:spPr>
          <a:xfrm>
            <a:off x="6949440" y="82296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D5A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64x64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949440" y="1389888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 resolution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920240"/>
          <a:ext cx="4114800" cy="283464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train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97C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97C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18.7% 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D5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D5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D5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D5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D5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Fighting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D5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D5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6.8% 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4709160" y="1920240"/>
            <a:ext cx="4114800" cy="1325880"/>
          </a:xfrm>
          <a:prstGeom prst="rect">
            <a:avLst/>
          </a:prstGeom>
          <a:solidFill>
            <a:srgbClr val="FFF8E1"/>
          </a:solidFill>
          <a:ln w="10160">
            <a:solidFill>
              <a:srgbClr val="FFD54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0" name="Shape 17"/>
          <p:cNvSpPr/>
          <p:nvPr/>
        </p:nvSpPr>
        <p:spPr>
          <a:xfrm>
            <a:off x="4709160" y="1920239"/>
            <a:ext cx="82296" cy="1325879"/>
          </a:xfrm>
          <a:prstGeom prst="rect">
            <a:avLst/>
          </a:prstGeom>
          <a:solidFill>
            <a:srgbClr val="E97C35"/>
          </a:solidFill>
          <a:ln w="12700">
            <a:solidFill>
              <a:srgbClr val="E97C35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1" name="Text 18"/>
          <p:cNvSpPr/>
          <p:nvPr/>
        </p:nvSpPr>
        <p:spPr>
          <a:xfrm>
            <a:off x="4846320" y="19659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7C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Imbalance ratio: 2.76x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846320" y="2340864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Implications: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"Water" every time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18.7% accuracy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macro-F1 = 0.021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accuracy hides the real failure on minority classes.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709160" y="3383280"/>
            <a:ext cx="4114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4" name="Shape 21"/>
          <p:cNvSpPr/>
          <p:nvPr/>
        </p:nvSpPr>
        <p:spPr>
          <a:xfrm>
            <a:off x="4709160" y="3246120"/>
            <a:ext cx="82296" cy="1600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5" name="Text 22"/>
          <p:cNvSpPr/>
          <p:nvPr/>
        </p:nvSpPr>
        <p:spPr>
          <a:xfrm>
            <a:off x="4846320" y="348386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Solution:</a:t>
            </a:r>
          </a:p>
        </p:txBody>
      </p:sp>
      <p:sp>
        <p:nvSpPr>
          <p:cNvPr id="26" name="Text 23"/>
          <p:cNvSpPr/>
          <p:nvPr/>
        </p:nvSpPr>
        <p:spPr>
          <a:xfrm>
            <a:off x="5638059" y="3330114"/>
            <a:ext cx="38404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200" b="1" u="sng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macro-averaged F1</a:t>
            </a:r>
            <a:endParaRPr lang="en-US" sz="1200" u="sng" dirty="0"/>
          </a:p>
          <a:p>
            <a:pPr>
              <a:buSzPct val="100000"/>
            </a:pPr>
            <a:endParaRPr lang="en-US" sz="1100" dirty="0">
              <a:solidFill>
                <a:srgbClr val="1A2B3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buSzPct val="100000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all 9 classes equally</a:t>
            </a:r>
          </a:p>
          <a:p>
            <a:pPr>
              <a:buSzPct val="100000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advantage for majority classes</a:t>
            </a:r>
            <a:endParaRPr lang="en-US" sz="1100" dirty="0"/>
          </a:p>
        </p:txBody>
      </p:sp>
      <p:sp>
        <p:nvSpPr>
          <p:cNvPr id="30" name="Shape 2">
            <a:extLst>
              <a:ext uri="{FF2B5EF4-FFF2-40B4-BE49-F238E27FC236}">
                <a16:creationId xmlns:a16="http://schemas.microsoft.com/office/drawing/2014/main" id="{1E90EFAE-8972-B0E0-CBA7-CDEF2DB59607}"/>
              </a:ext>
            </a:extLst>
          </p:cNvPr>
          <p:cNvSpPr/>
          <p:nvPr/>
        </p:nvSpPr>
        <p:spPr>
          <a:xfrm>
            <a:off x="7498079" y="82296"/>
            <a:ext cx="1557633" cy="329184"/>
          </a:xfrm>
          <a:prstGeom prst="rect">
            <a:avLst/>
          </a:prstGeom>
          <a:solidFill>
            <a:srgbClr val="1C3A52"/>
          </a:solidFill>
          <a:ln w="12700">
            <a:solidFill>
              <a:srgbClr val="1C3A52"/>
            </a:solidFill>
            <a:prstDash val="solid"/>
          </a:ln>
        </p:spPr>
        <p:txBody>
          <a:bodyPr/>
          <a:lstStyle/>
          <a:p>
            <a:pPr algn="ctr"/>
            <a:r>
              <a:rPr lang="en-US" b="1" dirty="0"/>
              <a:t>EDA</a:t>
            </a:r>
            <a:endParaRPr lang="pt-PT" b="1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A144D38-9B3B-674D-9016-6CF8AF967FB9}"/>
              </a:ext>
            </a:extLst>
          </p:cNvPr>
          <p:cNvSpPr/>
          <p:nvPr/>
        </p:nvSpPr>
        <p:spPr>
          <a:xfrm>
            <a:off x="7088176" y="4253"/>
            <a:ext cx="470123" cy="470912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1</a:t>
            </a:r>
            <a:endParaRPr lang="pt-PT" sz="16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 Imbalance — Visual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863840" y="109728"/>
            <a:ext cx="1097280" cy="301752"/>
          </a:xfrm>
          <a:prstGeom prst="rect">
            <a:avLst/>
          </a:prstGeom>
          <a:solidFill>
            <a:srgbClr val="1C3A52"/>
          </a:solidFill>
          <a:ln w="12700">
            <a:solidFill>
              <a:srgbClr val="1C3A5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7863840" y="109728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EDA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 (train set)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257800" y="709227"/>
            <a:ext cx="361188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9" name="Shape 6"/>
          <p:cNvSpPr/>
          <p:nvPr/>
        </p:nvSpPr>
        <p:spPr>
          <a:xfrm>
            <a:off x="5257800" y="709227"/>
            <a:ext cx="73152" cy="896112"/>
          </a:xfrm>
          <a:prstGeom prst="rect">
            <a:avLst/>
          </a:prstGeom>
          <a:solidFill>
            <a:srgbClr val="E97C35"/>
          </a:solidFill>
          <a:ln w="12700">
            <a:solidFill>
              <a:srgbClr val="E97C35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Text 7"/>
          <p:cNvSpPr/>
          <p:nvPr/>
        </p:nvSpPr>
        <p:spPr>
          <a:xfrm>
            <a:off x="5394960" y="745803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7C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2.76×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5394960" y="1221291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/ Ground imbalance ratio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257800" y="1801746"/>
            <a:ext cx="361188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3" name="Shape 10"/>
          <p:cNvSpPr/>
          <p:nvPr/>
        </p:nvSpPr>
        <p:spPr>
          <a:xfrm>
            <a:off x="5257800" y="1801746"/>
            <a:ext cx="73152" cy="896112"/>
          </a:xfrm>
          <a:prstGeom prst="rect">
            <a:avLst/>
          </a:prstGeom>
          <a:solidFill>
            <a:srgbClr val="E97C35"/>
          </a:solidFill>
          <a:ln w="12700">
            <a:solidFill>
              <a:srgbClr val="E97C35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Text 11"/>
          <p:cNvSpPr/>
          <p:nvPr/>
        </p:nvSpPr>
        <p:spPr>
          <a:xfrm>
            <a:off x="5394960" y="183832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7C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18.7%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5394960" y="231381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 (most common class)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257800" y="2894265"/>
            <a:ext cx="361188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7" name="Shape 14"/>
          <p:cNvSpPr/>
          <p:nvPr/>
        </p:nvSpPr>
        <p:spPr>
          <a:xfrm>
            <a:off x="5257800" y="2894265"/>
            <a:ext cx="73152" cy="89611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8" name="Text 15"/>
          <p:cNvSpPr/>
          <p:nvPr/>
        </p:nvSpPr>
        <p:spPr>
          <a:xfrm>
            <a:off x="5394960" y="2930841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6.8%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5394960" y="3406329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(rarest class)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257800" y="3986784"/>
            <a:ext cx="361188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1" name="Shape 18"/>
          <p:cNvSpPr/>
          <p:nvPr/>
        </p:nvSpPr>
        <p:spPr>
          <a:xfrm>
            <a:off x="5257800" y="3986784"/>
            <a:ext cx="73152" cy="89611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2" name="Text 19"/>
          <p:cNvSpPr/>
          <p:nvPr/>
        </p:nvSpPr>
        <p:spPr>
          <a:xfrm>
            <a:off x="5394960" y="4023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0.021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5394960" y="449884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baseline: always predict Water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274320" y="3749040"/>
            <a:ext cx="4754880" cy="1188720"/>
          </a:xfrm>
          <a:prstGeom prst="rect">
            <a:avLst/>
          </a:prstGeom>
          <a:solidFill>
            <a:srgbClr val="E8F8F5"/>
          </a:solidFill>
          <a:ln w="889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5" name="Shape 22"/>
          <p:cNvSpPr/>
          <p:nvPr/>
        </p:nvSpPr>
        <p:spPr>
          <a:xfrm>
            <a:off x="274320" y="3749040"/>
            <a:ext cx="82296" cy="1188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6" name="Text 23"/>
          <p:cNvSpPr/>
          <p:nvPr/>
        </p:nvSpPr>
        <p:spPr>
          <a:xfrm>
            <a:off x="411480" y="37947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mitigation strategy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11480" y="4142232"/>
            <a:ext cx="4480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Inverse-frequency class weights in CrossEntropyLoss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WeightedRandomSampler (tested separately — see experiments)</a:t>
            </a:r>
            <a:endParaRPr lang="en-US" sz="1100" dirty="0"/>
          </a:p>
        </p:txBody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05C42555-70F1-1667-11E5-0D78797B3D3B}"/>
              </a:ext>
            </a:extLst>
          </p:cNvPr>
          <p:cNvSpPr/>
          <p:nvPr/>
        </p:nvSpPr>
        <p:spPr>
          <a:xfrm>
            <a:off x="7498079" y="82296"/>
            <a:ext cx="1557633" cy="329184"/>
          </a:xfrm>
          <a:prstGeom prst="rect">
            <a:avLst/>
          </a:prstGeom>
          <a:solidFill>
            <a:srgbClr val="1C3A52"/>
          </a:solidFill>
          <a:ln w="12700">
            <a:solidFill>
              <a:srgbClr val="1C3A52"/>
            </a:solidFill>
            <a:prstDash val="solid"/>
          </a:ln>
        </p:spPr>
        <p:txBody>
          <a:bodyPr/>
          <a:lstStyle/>
          <a:p>
            <a:pPr algn="ctr"/>
            <a:r>
              <a:rPr lang="en-US" b="1" dirty="0"/>
              <a:t>EDA</a:t>
            </a:r>
            <a:endParaRPr lang="pt-PT" b="1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C620A0D-26D8-6CF4-1950-740F67C04A69}"/>
              </a:ext>
            </a:extLst>
          </p:cNvPr>
          <p:cNvSpPr/>
          <p:nvPr/>
        </p:nvSpPr>
        <p:spPr>
          <a:xfrm>
            <a:off x="7088176" y="4253"/>
            <a:ext cx="470123" cy="470912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1</a:t>
            </a:r>
            <a:endParaRPr lang="pt-PT" sz="1600" b="1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0D6123E-BBEF-E8BC-24FD-E57574C72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66471"/>
            <a:ext cx="4754880" cy="295546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1C23FBE8-B458-276C-5AB6-17273D18538A}"/>
              </a:ext>
            </a:extLst>
          </p:cNvPr>
          <p:cNvSpPr txBox="1"/>
          <p:nvPr/>
        </p:nvSpPr>
        <p:spPr>
          <a:xfrm>
            <a:off x="-54802" y="859932"/>
            <a:ext cx="2173165" cy="2349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PT" sz="1100" dirty="0">
                <a:solidFill>
                  <a:schemeClr val="bg1"/>
                </a:solidFill>
                <a:latin typeface="Consolas" panose="020B0609020204030204" pitchFamily="49" charset="0"/>
              </a:rPr>
              <a:t>💧</a:t>
            </a:r>
          </a:p>
          <a:p>
            <a:pPr>
              <a:lnSpc>
                <a:spcPct val="150000"/>
              </a:lnSpc>
            </a:pPr>
            <a:r>
              <a:rPr lang="pt-PT" sz="1100" dirty="0">
                <a:solidFill>
                  <a:schemeClr val="bg1"/>
                </a:solidFill>
                <a:latin typeface="Consolas" panose="020B0609020204030204" pitchFamily="49" charset="0"/>
              </a:rPr>
              <a:t>😐</a:t>
            </a:r>
          </a:p>
          <a:p>
            <a:pPr>
              <a:lnSpc>
                <a:spcPct val="150000"/>
              </a:lnSpc>
            </a:pPr>
            <a:r>
              <a:rPr lang="pt-PT" sz="1100" dirty="0">
                <a:solidFill>
                  <a:schemeClr val="bg1"/>
                </a:solidFill>
                <a:latin typeface="Consolas" panose="020B0609020204030204" pitchFamily="49" charset="0"/>
              </a:rPr>
              <a:t>☠️</a:t>
            </a:r>
          </a:p>
          <a:p>
            <a:pPr>
              <a:lnSpc>
                <a:spcPct val="150000"/>
              </a:lnSpc>
            </a:pPr>
            <a:r>
              <a:rPr lang="pt-PT" sz="1100" dirty="0">
                <a:solidFill>
                  <a:schemeClr val="bg1"/>
                </a:solidFill>
                <a:latin typeface="Consolas" panose="020B0609020204030204" pitchFamily="49" charset="0"/>
              </a:rPr>
              <a:t>🔥</a:t>
            </a:r>
          </a:p>
          <a:p>
            <a:pPr>
              <a:lnSpc>
                <a:spcPct val="150000"/>
              </a:lnSpc>
            </a:pPr>
            <a:r>
              <a:rPr lang="pt-PT" sz="1100" dirty="0">
                <a:solidFill>
                  <a:schemeClr val="bg1"/>
                </a:solidFill>
                <a:latin typeface="Consolas" panose="020B0609020204030204" pitchFamily="49" charset="0"/>
              </a:rPr>
              <a:t>🐛</a:t>
            </a:r>
          </a:p>
          <a:p>
            <a:pPr>
              <a:lnSpc>
                <a:spcPct val="150000"/>
              </a:lnSpc>
            </a:pPr>
            <a:r>
              <a:rPr lang="pt-PT" sz="1100" dirty="0">
                <a:solidFill>
                  <a:schemeClr val="bg1"/>
                </a:solidFill>
                <a:latin typeface="Consolas" panose="020B0609020204030204" pitchFamily="49" charset="0"/>
              </a:rPr>
              <a:t>🌿</a:t>
            </a:r>
          </a:p>
          <a:p>
            <a:pPr>
              <a:lnSpc>
                <a:spcPct val="150000"/>
              </a:lnSpc>
            </a:pPr>
            <a:r>
              <a:rPr lang="pt-PT" sz="1100" dirty="0">
                <a:solidFill>
                  <a:schemeClr val="bg1"/>
                </a:solidFill>
                <a:latin typeface="Consolas" panose="020B0609020204030204" pitchFamily="49" charset="0"/>
              </a:rPr>
              <a:t>⚔️</a:t>
            </a:r>
          </a:p>
          <a:p>
            <a:pPr>
              <a:lnSpc>
                <a:spcPct val="150000"/>
              </a:lnSpc>
              <a:buNone/>
            </a:pPr>
            <a:r>
              <a:rPr lang="pt-PT" sz="1100" dirty="0">
                <a:solidFill>
                  <a:schemeClr val="bg1"/>
                </a:solidFill>
                <a:latin typeface="Consolas" panose="020B0609020204030204" pitchFamily="49" charset="0"/>
              </a:rPr>
              <a:t>🗿</a:t>
            </a:r>
            <a:endParaRPr lang="pt-PT" sz="1100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pt-PT" sz="1100" dirty="0">
                <a:solidFill>
                  <a:schemeClr val="bg1"/>
                </a:solidFill>
                <a:latin typeface="Consolas" panose="020B0609020204030204" pitchFamily="49" charset="0"/>
              </a:rPr>
              <a:t>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612FD-8A88-7E3C-003F-FB521ABB5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6627774-99A8-6A50-9787-9CDDF0D644D0}"/>
              </a:ext>
            </a:extLst>
          </p:cNvPr>
          <p:cNvSpPr/>
          <p:nvPr/>
        </p:nvSpPr>
        <p:spPr>
          <a:xfrm>
            <a:off x="6217920" y="-822960"/>
            <a:ext cx="4754880" cy="4754880"/>
          </a:xfrm>
          <a:prstGeom prst="ellipse">
            <a:avLst/>
          </a:prstGeom>
          <a:solidFill>
            <a:srgbClr val="1C3A52">
              <a:alpha val="62000"/>
            </a:srgbClr>
          </a:solidFill>
          <a:ln w="12700">
            <a:solidFill>
              <a:srgbClr val="1C3A5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21A4E8F-252D-CD53-1B4D-A230C6176559}"/>
              </a:ext>
            </a:extLst>
          </p:cNvPr>
          <p:cNvSpPr/>
          <p:nvPr/>
        </p:nvSpPr>
        <p:spPr>
          <a:xfrm>
            <a:off x="7315200" y="2377440"/>
            <a:ext cx="2743200" cy="2743200"/>
          </a:xfrm>
          <a:prstGeom prst="ellipse">
            <a:avLst/>
          </a:prstGeom>
          <a:solidFill>
            <a:srgbClr val="00A896">
              <a:alpha val="45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1028" name="Picture 4" descr="NOVA FCT">
            <a:extLst>
              <a:ext uri="{FF2B5EF4-FFF2-40B4-BE49-F238E27FC236}">
                <a16:creationId xmlns:a16="http://schemas.microsoft.com/office/drawing/2014/main" id="{B4A7E438-65B4-0936-3122-55D765DEE1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33" b="35200"/>
          <a:stretch/>
        </p:blipFill>
        <p:spPr bwMode="auto">
          <a:xfrm>
            <a:off x="5362525" y="-739257"/>
            <a:ext cx="1188684" cy="493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Quais os principais tipos de Pokémon que existem no anime e filmes  animados? - Olhar Digital">
            <a:extLst>
              <a:ext uri="{FF2B5EF4-FFF2-40B4-BE49-F238E27FC236}">
                <a16:creationId xmlns:a16="http://schemas.microsoft.com/office/drawing/2014/main" id="{41E2EE57-0C32-11FE-DE81-43C0472D8F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8750" l="4375" r="97773">
                        <a14:foregroundMark x1="6016" y1="58819" x2="5938" y2="87500"/>
                        <a14:foregroundMark x1="5938" y1="87500" x2="9609" y2="99236"/>
                        <a14:foregroundMark x1="9609" y1="99236" x2="18633" y2="94514"/>
                        <a14:foregroundMark x1="18633" y1="94514" x2="25547" y2="95972"/>
                        <a14:foregroundMark x1="25547" y1="95972" x2="20391" y2="85556"/>
                        <a14:foregroundMark x1="20391" y1="85556" x2="18516" y2="75208"/>
                        <a14:foregroundMark x1="18516" y1="75208" x2="20156" y2="60972"/>
                        <a14:foregroundMark x1="20156" y1="60972" x2="10469" y2="66250"/>
                        <a14:foregroundMark x1="10469" y1="66250" x2="11719" y2="82361"/>
                        <a14:foregroundMark x1="11719" y1="82361" x2="13750" y2="72292"/>
                        <a14:foregroundMark x1="5469" y1="57569" x2="5039" y2="79722"/>
                        <a14:foregroundMark x1="5039" y1="79722" x2="4414" y2="83889"/>
                        <a14:foregroundMark x1="7070" y1="95069" x2="8008" y2="98403"/>
                        <a14:foregroundMark x1="63594" y1="97639" x2="67852" y2="98819"/>
                        <a14:foregroundMark x1="16250" y1="73264" x2="16797" y2="77292"/>
                        <a14:foregroundMark x1="96133" y1="50278" x2="97031" y2="63264"/>
                        <a14:foregroundMark x1="97031" y1="63264" x2="94492" y2="76597"/>
                        <a14:foregroundMark x1="94492" y1="76597" x2="90391" y2="83333"/>
                        <a14:foregroundMark x1="90391" y1="83333" x2="86914" y2="85833"/>
                        <a14:foregroundMark x1="95859" y1="50278" x2="97546" y2="63683"/>
                        <a14:foregroundMark x1="96841" y1="69371" x2="94141" y2="80625"/>
                        <a14:foregroundMark x1="97461" y1="67292" x2="96406" y2="75139"/>
                        <a14:foregroundMark x1="96680" y1="40278" x2="96680" y2="45069"/>
                        <a14:backgroundMark x1="97617" y1="63681" x2="97695" y2="71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7953" y="1645921"/>
            <a:ext cx="6226048" cy="3502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8" descr="NOSSA™ | NOVA School of Science &amp; Technology">
            <a:extLst>
              <a:ext uri="{FF2B5EF4-FFF2-40B4-BE49-F238E27FC236}">
                <a16:creationId xmlns:a16="http://schemas.microsoft.com/office/drawing/2014/main" id="{4CD83C3C-BC12-BF36-A466-D10D569A24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28056" b="59722" l="28750" r="70625">
                        <a14:foregroundMark x1="28750" y1="38889" x2="29375" y2="52778"/>
                        <a14:foregroundMark x1="66406" y1="39167" x2="64844" y2="49722"/>
                        <a14:foregroundMark x1="69063" y1="45278" x2="70781" y2="50833"/>
                        <a14:foregroundMark x1="38750" y1="54444" x2="46094" y2="59722"/>
                        <a14:foregroundMark x1="46094" y1="59722" x2="50938" y2="55000"/>
                        <a14:foregroundMark x1="51250" y1="33889" x2="42188" y2="30833"/>
                        <a14:foregroundMark x1="42188" y1="30833" x2="38281" y2="35000"/>
                        <a14:foregroundMark x1="51875" y1="36944" x2="55313" y2="41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369" t="25133" r="26983" b="39200"/>
          <a:stretch>
            <a:fillRect/>
          </a:stretch>
        </p:blipFill>
        <p:spPr bwMode="auto">
          <a:xfrm>
            <a:off x="7838728" y="83266"/>
            <a:ext cx="1250407" cy="515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 4">
            <a:extLst>
              <a:ext uri="{FF2B5EF4-FFF2-40B4-BE49-F238E27FC236}">
                <a16:creationId xmlns:a16="http://schemas.microsoft.com/office/drawing/2014/main" id="{5D44035D-AB1C-53F3-0CCD-B524807CC57E}"/>
              </a:ext>
            </a:extLst>
          </p:cNvPr>
          <p:cNvSpPr/>
          <p:nvPr/>
        </p:nvSpPr>
        <p:spPr>
          <a:xfrm>
            <a:off x="1298741" y="1161287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Development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C19D1E8-29E0-C8E9-DB41-05034A11BC46}"/>
              </a:ext>
            </a:extLst>
          </p:cNvPr>
          <p:cNvSpPr/>
          <p:nvPr/>
        </p:nvSpPr>
        <p:spPr>
          <a:xfrm>
            <a:off x="192727" y="1015139"/>
            <a:ext cx="966372" cy="969108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2</a:t>
            </a:r>
            <a:endParaRPr lang="pt-PT" b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4917CEF-86E5-D829-841E-5B8C94B2AD23}"/>
              </a:ext>
            </a:extLst>
          </p:cNvPr>
          <p:cNvCxnSpPr/>
          <p:nvPr/>
        </p:nvCxnSpPr>
        <p:spPr>
          <a:xfrm>
            <a:off x="1305169" y="1856154"/>
            <a:ext cx="4822093" cy="0"/>
          </a:xfrm>
          <a:prstGeom prst="line">
            <a:avLst/>
          </a:prstGeom>
          <a:ln w="28575"/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392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3EE28-55CF-2A0C-B599-838CF5304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BFEFC70-E410-DBB4-206D-96C6ACBFA2F2}"/>
              </a:ext>
            </a:extLst>
          </p:cNvPr>
          <p:cNvSpPr/>
          <p:nvPr/>
        </p:nvSpPr>
        <p:spPr>
          <a:xfrm>
            <a:off x="6217920" y="-822960"/>
            <a:ext cx="4754880" cy="4754880"/>
          </a:xfrm>
          <a:prstGeom prst="ellipse">
            <a:avLst/>
          </a:prstGeom>
          <a:solidFill>
            <a:srgbClr val="1C3A52">
              <a:alpha val="62000"/>
            </a:srgbClr>
          </a:solidFill>
          <a:ln w="12700">
            <a:solidFill>
              <a:srgbClr val="1C3A5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407192D-0EFF-E9E6-10E4-81A15ED0457D}"/>
              </a:ext>
            </a:extLst>
          </p:cNvPr>
          <p:cNvSpPr/>
          <p:nvPr/>
        </p:nvSpPr>
        <p:spPr>
          <a:xfrm>
            <a:off x="7315200" y="2377440"/>
            <a:ext cx="2743200" cy="2743200"/>
          </a:xfrm>
          <a:prstGeom prst="ellipse">
            <a:avLst/>
          </a:prstGeom>
          <a:solidFill>
            <a:srgbClr val="00A896">
              <a:alpha val="45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1028" name="Picture 4" descr="NOVA FCT">
            <a:extLst>
              <a:ext uri="{FF2B5EF4-FFF2-40B4-BE49-F238E27FC236}">
                <a16:creationId xmlns:a16="http://schemas.microsoft.com/office/drawing/2014/main" id="{21B1B3AB-5E55-E888-0241-EB18105E4A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33" b="35200"/>
          <a:stretch/>
        </p:blipFill>
        <p:spPr bwMode="auto">
          <a:xfrm>
            <a:off x="5362525" y="-739257"/>
            <a:ext cx="1188684" cy="493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Quais os principais tipos de Pokémon que existem no anime e filmes  animados? - Olhar Digital">
            <a:extLst>
              <a:ext uri="{FF2B5EF4-FFF2-40B4-BE49-F238E27FC236}">
                <a16:creationId xmlns:a16="http://schemas.microsoft.com/office/drawing/2014/main" id="{FD4A7F51-A87E-B10A-D5DF-6C25D84698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8750" l="4375" r="97773">
                        <a14:foregroundMark x1="6016" y1="58819" x2="5938" y2="87500"/>
                        <a14:foregroundMark x1="5938" y1="87500" x2="9609" y2="99236"/>
                        <a14:foregroundMark x1="9609" y1="99236" x2="18633" y2="94514"/>
                        <a14:foregroundMark x1="18633" y1="94514" x2="25547" y2="95972"/>
                        <a14:foregroundMark x1="25547" y1="95972" x2="20391" y2="85556"/>
                        <a14:foregroundMark x1="20391" y1="85556" x2="18516" y2="75208"/>
                        <a14:foregroundMark x1="18516" y1="75208" x2="20156" y2="60972"/>
                        <a14:foregroundMark x1="20156" y1="60972" x2="10469" y2="66250"/>
                        <a14:foregroundMark x1="10469" y1="66250" x2="11719" y2="82361"/>
                        <a14:foregroundMark x1="11719" y1="82361" x2="13750" y2="72292"/>
                        <a14:foregroundMark x1="5469" y1="57569" x2="5039" y2="79722"/>
                        <a14:foregroundMark x1="5039" y1="79722" x2="4414" y2="83889"/>
                        <a14:foregroundMark x1="7070" y1="95069" x2="8008" y2="98403"/>
                        <a14:foregroundMark x1="63594" y1="97639" x2="67852" y2="98819"/>
                        <a14:foregroundMark x1="16250" y1="73264" x2="16797" y2="77292"/>
                        <a14:foregroundMark x1="96133" y1="50278" x2="97031" y2="63264"/>
                        <a14:foregroundMark x1="97031" y1="63264" x2="94492" y2="76597"/>
                        <a14:foregroundMark x1="94492" y1="76597" x2="90391" y2="83333"/>
                        <a14:foregroundMark x1="90391" y1="83333" x2="86914" y2="85833"/>
                        <a14:foregroundMark x1="95859" y1="50278" x2="97546" y2="63683"/>
                        <a14:foregroundMark x1="96841" y1="69371" x2="94141" y2="80625"/>
                        <a14:foregroundMark x1="97461" y1="67292" x2="96406" y2="75139"/>
                        <a14:foregroundMark x1="96680" y1="40278" x2="96680" y2="45069"/>
                        <a14:backgroundMark x1="97617" y1="63681" x2="97695" y2="71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7953" y="1645921"/>
            <a:ext cx="6226048" cy="3502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8" descr="NOSSA™ | NOVA School of Science &amp; Technology">
            <a:extLst>
              <a:ext uri="{FF2B5EF4-FFF2-40B4-BE49-F238E27FC236}">
                <a16:creationId xmlns:a16="http://schemas.microsoft.com/office/drawing/2014/main" id="{42942649-A305-A3D2-17F1-23E1356F94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28056" b="59722" l="28750" r="70625">
                        <a14:foregroundMark x1="28750" y1="38889" x2="29375" y2="52778"/>
                        <a14:foregroundMark x1="66406" y1="39167" x2="64844" y2="49722"/>
                        <a14:foregroundMark x1="69063" y1="45278" x2="70781" y2="50833"/>
                        <a14:foregroundMark x1="38750" y1="54444" x2="46094" y2="59722"/>
                        <a14:foregroundMark x1="46094" y1="59722" x2="50938" y2="55000"/>
                        <a14:foregroundMark x1="51250" y1="33889" x2="42188" y2="30833"/>
                        <a14:foregroundMark x1="42188" y1="30833" x2="38281" y2="35000"/>
                        <a14:foregroundMark x1="51875" y1="36944" x2="55313" y2="41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369" t="25133" r="26983" b="39200"/>
          <a:stretch>
            <a:fillRect/>
          </a:stretch>
        </p:blipFill>
        <p:spPr bwMode="auto">
          <a:xfrm>
            <a:off x="7838728" y="83266"/>
            <a:ext cx="1250407" cy="515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 4">
            <a:extLst>
              <a:ext uri="{FF2B5EF4-FFF2-40B4-BE49-F238E27FC236}">
                <a16:creationId xmlns:a16="http://schemas.microsoft.com/office/drawing/2014/main" id="{586A7FFC-A886-35D2-7A56-D6C122CD8814}"/>
              </a:ext>
            </a:extLst>
          </p:cNvPr>
          <p:cNvSpPr/>
          <p:nvPr/>
        </p:nvSpPr>
        <p:spPr>
          <a:xfrm>
            <a:off x="1298741" y="1161287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Efficiency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E90CD51-2298-5ED9-5E21-B71BDE7A1FCD}"/>
              </a:ext>
            </a:extLst>
          </p:cNvPr>
          <p:cNvSpPr/>
          <p:nvPr/>
        </p:nvSpPr>
        <p:spPr>
          <a:xfrm>
            <a:off x="192727" y="1015139"/>
            <a:ext cx="966372" cy="969108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3</a:t>
            </a:r>
            <a:endParaRPr lang="pt-PT" b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E24B3DA-F191-6340-AD8B-455082D9E991}"/>
              </a:ext>
            </a:extLst>
          </p:cNvPr>
          <p:cNvCxnSpPr/>
          <p:nvPr/>
        </p:nvCxnSpPr>
        <p:spPr>
          <a:xfrm>
            <a:off x="1305169" y="1856154"/>
            <a:ext cx="4822093" cy="0"/>
          </a:xfrm>
          <a:prstGeom prst="line">
            <a:avLst/>
          </a:prstGeom>
          <a:ln w="28575"/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4825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4AD80-9E79-9D02-A4B8-41F72F97A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D80CC70-7EA8-857C-BB80-A5E3A5268206}"/>
              </a:ext>
            </a:extLst>
          </p:cNvPr>
          <p:cNvSpPr/>
          <p:nvPr/>
        </p:nvSpPr>
        <p:spPr>
          <a:xfrm>
            <a:off x="6217920" y="-822960"/>
            <a:ext cx="4754880" cy="4754880"/>
          </a:xfrm>
          <a:prstGeom prst="ellipse">
            <a:avLst/>
          </a:prstGeom>
          <a:solidFill>
            <a:srgbClr val="1C3A52">
              <a:alpha val="62000"/>
            </a:srgbClr>
          </a:solidFill>
          <a:ln w="12700">
            <a:solidFill>
              <a:srgbClr val="1C3A5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3C9E720-937C-B76F-65E9-841EAD69478E}"/>
              </a:ext>
            </a:extLst>
          </p:cNvPr>
          <p:cNvSpPr/>
          <p:nvPr/>
        </p:nvSpPr>
        <p:spPr>
          <a:xfrm>
            <a:off x="7315200" y="2377440"/>
            <a:ext cx="2743200" cy="2743200"/>
          </a:xfrm>
          <a:prstGeom prst="ellipse">
            <a:avLst/>
          </a:prstGeom>
          <a:solidFill>
            <a:srgbClr val="00A896">
              <a:alpha val="45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1028" name="Picture 4" descr="NOVA FCT">
            <a:extLst>
              <a:ext uri="{FF2B5EF4-FFF2-40B4-BE49-F238E27FC236}">
                <a16:creationId xmlns:a16="http://schemas.microsoft.com/office/drawing/2014/main" id="{A17E7458-7B32-04D2-C4A4-D1FBBAD6FF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33" b="35200"/>
          <a:stretch/>
        </p:blipFill>
        <p:spPr bwMode="auto">
          <a:xfrm>
            <a:off x="5362525" y="-739257"/>
            <a:ext cx="1188684" cy="493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Quais os principais tipos de Pokémon que existem no anime e filmes  animados? - Olhar Digital">
            <a:extLst>
              <a:ext uri="{FF2B5EF4-FFF2-40B4-BE49-F238E27FC236}">
                <a16:creationId xmlns:a16="http://schemas.microsoft.com/office/drawing/2014/main" id="{15CD643D-B6F5-C045-84CF-7D770FE18F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8750" l="4375" r="97773">
                        <a14:foregroundMark x1="6016" y1="58819" x2="5938" y2="87500"/>
                        <a14:foregroundMark x1="5938" y1="87500" x2="9609" y2="99236"/>
                        <a14:foregroundMark x1="9609" y1="99236" x2="18633" y2="94514"/>
                        <a14:foregroundMark x1="18633" y1="94514" x2="25547" y2="95972"/>
                        <a14:foregroundMark x1="25547" y1="95972" x2="20391" y2="85556"/>
                        <a14:foregroundMark x1="20391" y1="85556" x2="18516" y2="75208"/>
                        <a14:foregroundMark x1="18516" y1="75208" x2="20156" y2="60972"/>
                        <a14:foregroundMark x1="20156" y1="60972" x2="10469" y2="66250"/>
                        <a14:foregroundMark x1="10469" y1="66250" x2="11719" y2="82361"/>
                        <a14:foregroundMark x1="11719" y1="82361" x2="13750" y2="72292"/>
                        <a14:foregroundMark x1="5469" y1="57569" x2="5039" y2="79722"/>
                        <a14:foregroundMark x1="5039" y1="79722" x2="4414" y2="83889"/>
                        <a14:foregroundMark x1="7070" y1="95069" x2="8008" y2="98403"/>
                        <a14:foregroundMark x1="63594" y1="97639" x2="67852" y2="98819"/>
                        <a14:foregroundMark x1="16250" y1="73264" x2="16797" y2="77292"/>
                        <a14:foregroundMark x1="96133" y1="50278" x2="97031" y2="63264"/>
                        <a14:foregroundMark x1="97031" y1="63264" x2="94492" y2="76597"/>
                        <a14:foregroundMark x1="94492" y1="76597" x2="90391" y2="83333"/>
                        <a14:foregroundMark x1="90391" y1="83333" x2="86914" y2="85833"/>
                        <a14:foregroundMark x1="95859" y1="50278" x2="97546" y2="63683"/>
                        <a14:foregroundMark x1="96841" y1="69371" x2="94141" y2="80625"/>
                        <a14:foregroundMark x1="97461" y1="67292" x2="96406" y2="75139"/>
                        <a14:foregroundMark x1="96680" y1="40278" x2="96680" y2="45069"/>
                        <a14:backgroundMark x1="97617" y1="63681" x2="97695" y2="71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7953" y="1645921"/>
            <a:ext cx="6226048" cy="3502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8" descr="NOSSA™ | NOVA School of Science &amp; Technology">
            <a:extLst>
              <a:ext uri="{FF2B5EF4-FFF2-40B4-BE49-F238E27FC236}">
                <a16:creationId xmlns:a16="http://schemas.microsoft.com/office/drawing/2014/main" id="{71DCCA6F-CCE4-7E35-9000-DC688F8841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28056" b="59722" l="28750" r="70625">
                        <a14:foregroundMark x1="28750" y1="38889" x2="29375" y2="52778"/>
                        <a14:foregroundMark x1="66406" y1="39167" x2="64844" y2="49722"/>
                        <a14:foregroundMark x1="69063" y1="45278" x2="70781" y2="50833"/>
                        <a14:foregroundMark x1="38750" y1="54444" x2="46094" y2="59722"/>
                        <a14:foregroundMark x1="46094" y1="59722" x2="50938" y2="55000"/>
                        <a14:foregroundMark x1="51250" y1="33889" x2="42188" y2="30833"/>
                        <a14:foregroundMark x1="42188" y1="30833" x2="38281" y2="35000"/>
                        <a14:foregroundMark x1="51875" y1="36944" x2="55313" y2="41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369" t="25133" r="26983" b="39200"/>
          <a:stretch>
            <a:fillRect/>
          </a:stretch>
        </p:blipFill>
        <p:spPr bwMode="auto">
          <a:xfrm>
            <a:off x="7838728" y="83266"/>
            <a:ext cx="1250407" cy="515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 4">
            <a:extLst>
              <a:ext uri="{FF2B5EF4-FFF2-40B4-BE49-F238E27FC236}">
                <a16:creationId xmlns:a16="http://schemas.microsoft.com/office/drawing/2014/main" id="{C601B13D-B0FC-5590-8AC1-F4FED5C4117A}"/>
              </a:ext>
            </a:extLst>
          </p:cNvPr>
          <p:cNvSpPr/>
          <p:nvPr/>
        </p:nvSpPr>
        <p:spPr>
          <a:xfrm>
            <a:off x="1298741" y="1161287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Evaluation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C286057-B071-1602-9CEB-9A98C3BB810D}"/>
              </a:ext>
            </a:extLst>
          </p:cNvPr>
          <p:cNvSpPr/>
          <p:nvPr/>
        </p:nvSpPr>
        <p:spPr>
          <a:xfrm>
            <a:off x="192727" y="1015139"/>
            <a:ext cx="966372" cy="969108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4</a:t>
            </a:r>
            <a:endParaRPr lang="pt-PT" b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CFFF7D-EB1B-E088-EF82-B93BE4E78750}"/>
              </a:ext>
            </a:extLst>
          </p:cNvPr>
          <p:cNvCxnSpPr/>
          <p:nvPr/>
        </p:nvCxnSpPr>
        <p:spPr>
          <a:xfrm>
            <a:off x="1305169" y="1856154"/>
            <a:ext cx="4822093" cy="0"/>
          </a:xfrm>
          <a:prstGeom prst="line">
            <a:avLst/>
          </a:prstGeom>
          <a:ln w="28575"/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2377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6400800" y="-731520"/>
            <a:ext cx="4114800" cy="4114800"/>
          </a:xfrm>
          <a:prstGeom prst="ellipse">
            <a:avLst/>
          </a:prstGeom>
          <a:solidFill>
            <a:srgbClr val="1C3A52">
              <a:alpha val="60000"/>
            </a:srgbClr>
          </a:solidFill>
          <a:ln w="12700">
            <a:solidFill>
              <a:srgbClr val="1C3A5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Shape 2"/>
          <p:cNvSpPr/>
          <p:nvPr/>
        </p:nvSpPr>
        <p:spPr>
          <a:xfrm>
            <a:off x="7498080" y="2103120"/>
            <a:ext cx="2560320" cy="2560320"/>
          </a:xfrm>
          <a:prstGeom prst="ellipse">
            <a:avLst/>
          </a:prstGeom>
          <a:solidFill>
            <a:srgbClr val="00A896">
              <a:alpha val="42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457200" y="109728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Conclusions &amp; What's Next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47472" y="804672"/>
            <a:ext cx="5989320" cy="713232"/>
          </a:xfrm>
          <a:prstGeom prst="rect">
            <a:avLst/>
          </a:prstGeom>
          <a:solidFill>
            <a:srgbClr val="1C3A52"/>
          </a:solidFill>
          <a:ln w="6350">
            <a:solidFill>
              <a:srgbClr val="1122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7" name="Shape 5"/>
          <p:cNvSpPr/>
          <p:nvPr/>
        </p:nvSpPr>
        <p:spPr>
          <a:xfrm>
            <a:off x="347472" y="804672"/>
            <a:ext cx="73152" cy="7132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493776" y="859536"/>
            <a:ext cx="571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MLP result: 0.2428 val F1 (ensemble C+E), 0.2288 Kaggle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" y="1152144"/>
            <a:ext cx="5715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2.18x above random baseline. All 19 solo + 7 ensemble experiments are above random.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" y="1627632"/>
            <a:ext cx="5989320" cy="713232"/>
          </a:xfrm>
          <a:prstGeom prst="rect">
            <a:avLst/>
          </a:prstGeom>
          <a:solidFill>
            <a:srgbClr val="1C3A52"/>
          </a:solidFill>
          <a:ln w="6350">
            <a:solidFill>
              <a:srgbClr val="1122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1" name="Shape 9"/>
          <p:cNvSpPr/>
          <p:nvPr/>
        </p:nvSpPr>
        <p:spPr>
          <a:xfrm>
            <a:off x="347472" y="1627632"/>
            <a:ext cx="73152" cy="7132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/>
          <p:nvPr/>
        </p:nvSpPr>
        <p:spPr>
          <a:xfrm>
            <a:off x="493776" y="1682496"/>
            <a:ext cx="571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Label smoothing = most impactful technique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" y="1975104"/>
            <a:ext cx="5715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LS=0.15 rescued Rock from F1=0.000. All top-6 solo experiments use LS ≥ 0.1.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" y="2450592"/>
            <a:ext cx="5989320" cy="713232"/>
          </a:xfrm>
          <a:prstGeom prst="rect">
            <a:avLst/>
          </a:prstGeom>
          <a:solidFill>
            <a:srgbClr val="1C3A52"/>
          </a:solidFill>
          <a:ln w="6350">
            <a:solidFill>
              <a:srgbClr val="1122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5" name="Shape 13"/>
          <p:cNvSpPr/>
          <p:nvPr/>
        </p:nvSpPr>
        <p:spPr>
          <a:xfrm>
            <a:off x="347472" y="2450592"/>
            <a:ext cx="73152" cy="713232"/>
          </a:xfrm>
          <a:prstGeom prst="rect">
            <a:avLst/>
          </a:prstGeom>
          <a:solidFill>
            <a:srgbClr val="E97C35"/>
          </a:solidFill>
          <a:ln w="12700">
            <a:solidFill>
              <a:srgbClr val="E97C35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6" name="Text 14"/>
          <p:cNvSpPr/>
          <p:nvPr/>
        </p:nvSpPr>
        <p:spPr>
          <a:xfrm>
            <a:off x="493776" y="2505456"/>
            <a:ext cx="571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Augmentation and depth both hurt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" y="2798064"/>
            <a:ext cx="5715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empirically: MLP has no spatial invariance, and small data can't regularise deeper nets.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3273552"/>
            <a:ext cx="5989320" cy="713232"/>
          </a:xfrm>
          <a:prstGeom prst="rect">
            <a:avLst/>
          </a:prstGeom>
          <a:solidFill>
            <a:srgbClr val="1C3A52"/>
          </a:solidFill>
          <a:ln w="6350">
            <a:solidFill>
              <a:srgbClr val="1122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9" name="Shape 17"/>
          <p:cNvSpPr/>
          <p:nvPr/>
        </p:nvSpPr>
        <p:spPr>
          <a:xfrm>
            <a:off x="347472" y="3273552"/>
            <a:ext cx="73152" cy="713232"/>
          </a:xfrm>
          <a:prstGeom prst="rect">
            <a:avLst/>
          </a:prstGeom>
          <a:solidFill>
            <a:srgbClr val="E97C35"/>
          </a:solidFill>
          <a:ln w="12700">
            <a:solidFill>
              <a:srgbClr val="E97C35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0" name="Text 18"/>
          <p:cNvSpPr/>
          <p:nvPr/>
        </p:nvSpPr>
        <p:spPr>
          <a:xfrm>
            <a:off x="493776" y="3328416"/>
            <a:ext cx="571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MLP ceiling is real and confirmed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" y="3621024"/>
            <a:ext cx="5715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val_loss ≈ log(9) = random. Feature-to-sample ratio 4.26:1 = no amount of tuning fixes this.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7472" y="4096512"/>
            <a:ext cx="5989320" cy="713232"/>
          </a:xfrm>
          <a:prstGeom prst="rect">
            <a:avLst/>
          </a:prstGeom>
          <a:solidFill>
            <a:srgbClr val="1C3A52"/>
          </a:solidFill>
          <a:ln w="6350">
            <a:solidFill>
              <a:srgbClr val="1122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3" name="Shape 21"/>
          <p:cNvSpPr/>
          <p:nvPr/>
        </p:nvSpPr>
        <p:spPr>
          <a:xfrm>
            <a:off x="347472" y="4096512"/>
            <a:ext cx="73152" cy="7132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4" name="Text 22"/>
          <p:cNvSpPr/>
          <p:nvPr/>
        </p:nvSpPr>
        <p:spPr>
          <a:xfrm>
            <a:off x="493776" y="4151376"/>
            <a:ext cx="571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Ensemble diversity &gt; ensemble quality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" y="4443984"/>
            <a:ext cx="5715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C+E (0.2428) beats two top solos (C=0.2395, R=0.2396) because different imbalance mechanisms produce complementary errors.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65392" y="804672"/>
            <a:ext cx="2331720" cy="41148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7" name="Text 25"/>
          <p:cNvSpPr/>
          <p:nvPr/>
        </p:nvSpPr>
        <p:spPr>
          <a:xfrm>
            <a:off x="6565392" y="84124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Next: Task 2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565392" y="1298448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CNN</a:t>
            </a:r>
            <a:endParaRPr lang="en-US" sz="20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Convolutional</a:t>
            </a:r>
            <a:endParaRPr lang="en-US" sz="20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Neural Network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629400" y="2304288"/>
            <a:ext cx="221284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inductive bias — same filters at every position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 conv = 27 params vs 12 288 per MLP node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will HELP (not hurt)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F1: 0.55 – 0.70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629400" y="2304288"/>
            <a:ext cx="221284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inductive bias — same filters at every position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 conv = 27 params vs 12 288 per MLP node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will HELP (not hurt)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F1: 0.55 – 0.70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00A896">
              <a:alpha val="8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2" name="Text 30"/>
          <p:cNvSpPr/>
          <p:nvPr/>
        </p:nvSpPr>
        <p:spPr>
          <a:xfrm>
            <a:off x="274320" y="4855464"/>
            <a:ext cx="8595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complete  ·  Kaggle score: 0.2288  ·  22 experiments  ·  ~44 min on T4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119</TotalTime>
  <Words>503</Words>
  <Application>Microsoft Office PowerPoint</Application>
  <PresentationFormat>On-screen Show (16:9)</PresentationFormat>
  <Paragraphs>138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Consolas</vt:lpstr>
      <vt:lpstr>Corbel</vt:lpstr>
      <vt:lpstr>Trebuchet MS</vt:lpstr>
      <vt:lpstr>Depth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1 — MLP Pokémon Classification</dc:title>
  <dc:subject>PptxGenJS Presentation</dc:subject>
  <dc:creator>PptxGenJS</dc:creator>
  <cp:lastModifiedBy>Francisco Silva</cp:lastModifiedBy>
  <cp:revision>8</cp:revision>
  <dcterms:created xsi:type="dcterms:W3CDTF">2026-03-07T01:48:48Z</dcterms:created>
  <dcterms:modified xsi:type="dcterms:W3CDTF">2026-03-17T09:16:30Z</dcterms:modified>
</cp:coreProperties>
</file>