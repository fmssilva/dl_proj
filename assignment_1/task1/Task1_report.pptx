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2"/>
  </p:notesMasterIdLst>
  <p:sldIdLst>
    <p:sldId id="256" r:id="rId3"/>
    <p:sldId id="257" r:id="rId4"/>
    <p:sldId id="281" r:id="rId5"/>
    <p:sldId id="258" r:id="rId6"/>
    <p:sldId id="259" r:id="rId7"/>
    <p:sldId id="260" r:id="rId8"/>
    <p:sldId id="261" r:id="rId9"/>
    <p:sldId id="262" r:id="rId10"/>
    <p:sldId id="263" r:id="rId11"/>
    <p:sldId id="282" r:id="rId12"/>
    <p:sldId id="288" r:id="rId13"/>
    <p:sldId id="295" r:id="rId14"/>
    <p:sldId id="285" r:id="rId15"/>
    <p:sldId id="286" r:id="rId16"/>
    <p:sldId id="287" r:id="rId17"/>
    <p:sldId id="296" r:id="rId18"/>
    <p:sldId id="289" r:id="rId19"/>
    <p:sldId id="290" r:id="rId20"/>
    <p:sldId id="283" r:id="rId21"/>
    <p:sldId id="271" r:id="rId22"/>
    <p:sldId id="273" r:id="rId23"/>
    <p:sldId id="293" r:id="rId24"/>
    <p:sldId id="284" r:id="rId25"/>
    <p:sldId id="275" r:id="rId26"/>
    <p:sldId id="297" r:id="rId27"/>
    <p:sldId id="298" r:id="rId28"/>
    <p:sldId id="299" r:id="rId29"/>
    <p:sldId id="278" r:id="rId30"/>
    <p:sldId id="279" r:id="rId31"/>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1B2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415491-CAAD-4ABA-B19F-C3CB9698F8BE}" v="143" dt="2026-03-17T16:24:42.72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210" d="100"/>
          <a:sy n="210" d="100"/>
        </p:scale>
        <p:origin x="150"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isco Silva" userId="a288cbaf746e6d0a" providerId="LiveId" clId="{4EFD071F-5353-44F5-81BE-1C2D6554C15B}"/>
    <pc:docChg chg="undo custSel addSld delSld modSld sldOrd">
      <pc:chgData name="Francisco Silva" userId="a288cbaf746e6d0a" providerId="LiveId" clId="{4EFD071F-5353-44F5-81BE-1C2D6554C15B}" dt="2026-03-17T16:28:02.613" v="4913" actId="1038"/>
      <pc:docMkLst>
        <pc:docMk/>
      </pc:docMkLst>
      <pc:sldChg chg="addSp delSp modSp mod">
        <pc:chgData name="Francisco Silva" userId="a288cbaf746e6d0a" providerId="LiveId" clId="{4EFD071F-5353-44F5-81BE-1C2D6554C15B}" dt="2026-03-07T02:51:12.560" v="162"/>
        <pc:sldMkLst>
          <pc:docMk/>
          <pc:sldMk cId="0" sldId="256"/>
        </pc:sldMkLst>
        <pc:spChg chg="mod">
          <ac:chgData name="Francisco Silva" userId="a288cbaf746e6d0a" providerId="LiveId" clId="{4EFD071F-5353-44F5-81BE-1C2D6554C15B}" dt="2026-03-07T02:41:10.024" v="72" actId="20577"/>
          <ac:spMkLst>
            <pc:docMk/>
            <pc:sldMk cId="0" sldId="256"/>
            <ac:spMk id="7" creationId="{00000000-0000-0000-0000-000000000000}"/>
          </ac:spMkLst>
        </pc:spChg>
        <pc:spChg chg="mod">
          <ac:chgData name="Francisco Silva" userId="a288cbaf746e6d0a" providerId="LiveId" clId="{4EFD071F-5353-44F5-81BE-1C2D6554C15B}" dt="2026-03-07T02:41:37.468" v="119" actId="20577"/>
          <ac:spMkLst>
            <pc:docMk/>
            <pc:sldMk cId="0" sldId="256"/>
            <ac:spMk id="9" creationId="{00000000-0000-0000-0000-000000000000}"/>
          </ac:spMkLst>
        </pc:spChg>
        <pc:picChg chg="add mod">
          <ac:chgData name="Francisco Silva" userId="a288cbaf746e6d0a" providerId="LiveId" clId="{4EFD071F-5353-44F5-81BE-1C2D6554C15B}" dt="2026-03-07T02:51:12.560" v="162"/>
          <ac:picMkLst>
            <pc:docMk/>
            <pc:sldMk cId="0" sldId="256"/>
            <ac:picMk id="11" creationId="{B5430560-568D-49E1-F0CD-C48B87341529}"/>
          </ac:picMkLst>
        </pc:picChg>
        <pc:picChg chg="add mod">
          <ac:chgData name="Francisco Silva" userId="a288cbaf746e6d0a" providerId="LiveId" clId="{4EFD071F-5353-44F5-81BE-1C2D6554C15B}" dt="2026-03-07T02:41:46.446" v="120" actId="14100"/>
          <ac:picMkLst>
            <pc:docMk/>
            <pc:sldMk cId="0" sldId="256"/>
            <ac:picMk id="1026" creationId="{BDDC356B-1E1B-DE14-ECB6-15D03218B5CE}"/>
          </ac:picMkLst>
        </pc:picChg>
        <pc:picChg chg="add mod">
          <ac:chgData name="Francisco Silva" userId="a288cbaf746e6d0a" providerId="LiveId" clId="{4EFD071F-5353-44F5-81BE-1C2D6554C15B}" dt="2026-03-07T02:40:25.560" v="49" actId="1076"/>
          <ac:picMkLst>
            <pc:docMk/>
            <pc:sldMk cId="0" sldId="256"/>
            <ac:picMk id="1028" creationId="{5ED66EE5-003F-1ED4-2274-3871AE979CE7}"/>
          </ac:picMkLst>
        </pc:picChg>
      </pc:sldChg>
      <pc:sldChg chg="addSp delSp modSp mod">
        <pc:chgData name="Francisco Silva" userId="a288cbaf746e6d0a" providerId="LiveId" clId="{4EFD071F-5353-44F5-81BE-1C2D6554C15B}" dt="2026-03-07T02:51:09.805" v="160" actId="1036"/>
        <pc:sldMkLst>
          <pc:docMk/>
          <pc:sldMk cId="0" sldId="257"/>
        </pc:sldMkLst>
        <pc:picChg chg="add mod">
          <ac:chgData name="Francisco Silva" userId="a288cbaf746e6d0a" providerId="LiveId" clId="{4EFD071F-5353-44F5-81BE-1C2D6554C15B}" dt="2026-03-07T02:51:09.805" v="160" actId="1036"/>
          <ac:picMkLst>
            <pc:docMk/>
            <pc:sldMk cId="0" sldId="257"/>
            <ac:picMk id="7" creationId="{468AEAC2-1FE2-5767-8EC3-4A82ADED1E0D}"/>
          </ac:picMkLst>
        </pc:picChg>
      </pc:sldChg>
      <pc:sldChg chg="addSp delSp modSp mod">
        <pc:chgData name="Francisco Silva" userId="a288cbaf746e6d0a" providerId="LiveId" clId="{4EFD071F-5353-44F5-81BE-1C2D6554C15B}" dt="2026-03-07T03:03:00.878" v="409" actId="115"/>
        <pc:sldMkLst>
          <pc:docMk/>
          <pc:sldMk cId="0" sldId="258"/>
        </pc:sldMkLst>
        <pc:spChg chg="add del">
          <ac:chgData name="Francisco Silva" userId="a288cbaf746e6d0a" providerId="LiveId" clId="{4EFD071F-5353-44F5-81BE-1C2D6554C15B}" dt="2026-03-07T02:43:12.419" v="129" actId="478"/>
          <ac:spMkLst>
            <pc:docMk/>
            <pc:sldMk cId="0" sldId="258"/>
            <ac:spMk id="2" creationId="{00000000-0000-0000-0000-000000000000}"/>
          </ac:spMkLst>
        </pc:spChg>
        <pc:spChg chg="add del">
          <ac:chgData name="Francisco Silva" userId="a288cbaf746e6d0a" providerId="LiveId" clId="{4EFD071F-5353-44F5-81BE-1C2D6554C15B}" dt="2026-03-07T02:43:12.419" v="129" actId="478"/>
          <ac:spMkLst>
            <pc:docMk/>
            <pc:sldMk cId="0" sldId="258"/>
            <ac:spMk id="3" creationId="{00000000-0000-0000-0000-000000000000}"/>
          </ac:spMkLst>
        </pc:spChg>
        <pc:spChg chg="del">
          <ac:chgData name="Francisco Silva" userId="a288cbaf746e6d0a" providerId="LiveId" clId="{4EFD071F-5353-44F5-81BE-1C2D6554C15B}" dt="2026-03-07T02:43:10.444" v="128" actId="478"/>
          <ac:spMkLst>
            <pc:docMk/>
            <pc:sldMk cId="0" sldId="258"/>
            <ac:spMk id="8" creationId="{00000000-0000-0000-0000-000000000000}"/>
          </ac:spMkLst>
        </pc:spChg>
        <pc:spChg chg="add del">
          <ac:chgData name="Francisco Silva" userId="a288cbaf746e6d0a" providerId="LiveId" clId="{4EFD071F-5353-44F5-81BE-1C2D6554C15B}" dt="2026-03-07T02:43:12.419" v="129" actId="478"/>
          <ac:spMkLst>
            <pc:docMk/>
            <pc:sldMk cId="0" sldId="258"/>
            <ac:spMk id="9" creationId="{00000000-0000-0000-0000-000000000000}"/>
          </ac:spMkLst>
        </pc:spChg>
        <pc:spChg chg="add del">
          <ac:chgData name="Francisco Silva" userId="a288cbaf746e6d0a" providerId="LiveId" clId="{4EFD071F-5353-44F5-81BE-1C2D6554C15B}" dt="2026-03-07T02:43:12.419" v="129" actId="478"/>
          <ac:spMkLst>
            <pc:docMk/>
            <pc:sldMk cId="0" sldId="258"/>
            <ac:spMk id="10" creationId="{00000000-0000-0000-0000-000000000000}"/>
          </ac:spMkLst>
        </pc:spChg>
        <pc:spChg chg="add">
          <ac:chgData name="Francisco Silva" userId="a288cbaf746e6d0a" providerId="LiveId" clId="{4EFD071F-5353-44F5-81BE-1C2D6554C15B}" dt="2026-03-07T02:43:12.419" v="129" actId="478"/>
          <ac:spMkLst>
            <pc:docMk/>
            <pc:sldMk cId="0" sldId="258"/>
            <ac:spMk id="11" creationId="{00000000-0000-0000-0000-000000000000}"/>
          </ac:spMkLst>
        </pc:spChg>
        <pc:spChg chg="add del">
          <ac:chgData name="Francisco Silva" userId="a288cbaf746e6d0a" providerId="LiveId" clId="{4EFD071F-5353-44F5-81BE-1C2D6554C15B}" dt="2026-03-07T02:43:12.419" v="129" actId="478"/>
          <ac:spMkLst>
            <pc:docMk/>
            <pc:sldMk cId="0" sldId="258"/>
            <ac:spMk id="12" creationId="{00000000-0000-0000-0000-000000000000}"/>
          </ac:spMkLst>
        </pc:spChg>
        <pc:spChg chg="add">
          <ac:chgData name="Francisco Silva" userId="a288cbaf746e6d0a" providerId="LiveId" clId="{4EFD071F-5353-44F5-81BE-1C2D6554C15B}" dt="2026-03-07T02:43:12.419" v="129" actId="478"/>
          <ac:spMkLst>
            <pc:docMk/>
            <pc:sldMk cId="0" sldId="258"/>
            <ac:spMk id="13" creationId="{00000000-0000-0000-0000-000000000000}"/>
          </ac:spMkLst>
        </pc:spChg>
        <pc:spChg chg="add">
          <ac:chgData name="Francisco Silva" userId="a288cbaf746e6d0a" providerId="LiveId" clId="{4EFD071F-5353-44F5-81BE-1C2D6554C15B}" dt="2026-03-07T02:43:12.419" v="129" actId="478"/>
          <ac:spMkLst>
            <pc:docMk/>
            <pc:sldMk cId="0" sldId="258"/>
            <ac:spMk id="15" creationId="{00000000-0000-0000-0000-000000000000}"/>
          </ac:spMkLst>
        </pc:spChg>
        <pc:spChg chg="del">
          <ac:chgData name="Francisco Silva" userId="a288cbaf746e6d0a" providerId="LiveId" clId="{4EFD071F-5353-44F5-81BE-1C2D6554C15B}" dt="2026-03-07T02:43:10.444" v="128" actId="478"/>
          <ac:spMkLst>
            <pc:docMk/>
            <pc:sldMk cId="0" sldId="258"/>
            <ac:spMk id="16" creationId="{00000000-0000-0000-0000-000000000000}"/>
          </ac:spMkLst>
        </pc:spChg>
        <pc:spChg chg="del">
          <ac:chgData name="Francisco Silva" userId="a288cbaf746e6d0a" providerId="LiveId" clId="{4EFD071F-5353-44F5-81BE-1C2D6554C15B}" dt="2026-03-07T02:43:10.444" v="128" actId="478"/>
          <ac:spMkLst>
            <pc:docMk/>
            <pc:sldMk cId="0" sldId="258"/>
            <ac:spMk id="17" creationId="{00000000-0000-0000-0000-000000000000}"/>
          </ac:spMkLst>
        </pc:spChg>
        <pc:spChg chg="mod">
          <ac:chgData name="Francisco Silva" userId="a288cbaf746e6d0a" providerId="LiveId" clId="{4EFD071F-5353-44F5-81BE-1C2D6554C15B}" dt="2026-03-07T03:01:41.829" v="371" actId="14100"/>
          <ac:spMkLst>
            <pc:docMk/>
            <pc:sldMk cId="0" sldId="258"/>
            <ac:spMk id="19" creationId="{00000000-0000-0000-0000-000000000000}"/>
          </ac:spMkLst>
        </pc:spChg>
        <pc:spChg chg="add del">
          <ac:chgData name="Francisco Silva" userId="a288cbaf746e6d0a" providerId="LiveId" clId="{4EFD071F-5353-44F5-81BE-1C2D6554C15B}" dt="2026-03-07T02:43:12.419" v="129" actId="478"/>
          <ac:spMkLst>
            <pc:docMk/>
            <pc:sldMk cId="0" sldId="258"/>
            <ac:spMk id="20" creationId="{00000000-0000-0000-0000-000000000000}"/>
          </ac:spMkLst>
        </pc:spChg>
        <pc:spChg chg="del">
          <ac:chgData name="Francisco Silva" userId="a288cbaf746e6d0a" providerId="LiveId" clId="{4EFD071F-5353-44F5-81BE-1C2D6554C15B}" dt="2026-03-07T02:43:10.444" v="128" actId="478"/>
          <ac:spMkLst>
            <pc:docMk/>
            <pc:sldMk cId="0" sldId="258"/>
            <ac:spMk id="21" creationId="{00000000-0000-0000-0000-000000000000}"/>
          </ac:spMkLst>
        </pc:spChg>
        <pc:spChg chg="add mod">
          <ac:chgData name="Francisco Silva" userId="a288cbaf746e6d0a" providerId="LiveId" clId="{4EFD071F-5353-44F5-81BE-1C2D6554C15B}" dt="2026-03-07T03:01:37.720" v="370" actId="6549"/>
          <ac:spMkLst>
            <pc:docMk/>
            <pc:sldMk cId="0" sldId="258"/>
            <ac:spMk id="22" creationId="{00000000-0000-0000-0000-000000000000}"/>
          </ac:spMkLst>
        </pc:spChg>
        <pc:spChg chg="mod">
          <ac:chgData name="Francisco Silva" userId="a288cbaf746e6d0a" providerId="LiveId" clId="{4EFD071F-5353-44F5-81BE-1C2D6554C15B}" dt="2026-03-07T03:01:47.005" v="372" actId="14100"/>
          <ac:spMkLst>
            <pc:docMk/>
            <pc:sldMk cId="0" sldId="258"/>
            <ac:spMk id="23" creationId="{00000000-0000-0000-0000-000000000000}"/>
          </ac:spMkLst>
        </pc:spChg>
        <pc:spChg chg="mod">
          <ac:chgData name="Francisco Silva" userId="a288cbaf746e6d0a" providerId="LiveId" clId="{4EFD071F-5353-44F5-81BE-1C2D6554C15B}" dt="2026-03-07T03:02:38.042" v="399" actId="1076"/>
          <ac:spMkLst>
            <pc:docMk/>
            <pc:sldMk cId="0" sldId="258"/>
            <ac:spMk id="25" creationId="{00000000-0000-0000-0000-000000000000}"/>
          </ac:spMkLst>
        </pc:spChg>
        <pc:spChg chg="mod">
          <ac:chgData name="Francisco Silva" userId="a288cbaf746e6d0a" providerId="LiveId" clId="{4EFD071F-5353-44F5-81BE-1C2D6554C15B}" dt="2026-03-07T03:03:00.878" v="409" actId="115"/>
          <ac:spMkLst>
            <pc:docMk/>
            <pc:sldMk cId="0" sldId="258"/>
            <ac:spMk id="26" creationId="{00000000-0000-0000-0000-000000000000}"/>
          </ac:spMkLst>
        </pc:spChg>
        <pc:spChg chg="add mod ord">
          <ac:chgData name="Francisco Silva" userId="a288cbaf746e6d0a" providerId="LiveId" clId="{4EFD071F-5353-44F5-81BE-1C2D6554C15B}" dt="2026-03-07T02:58:12.982" v="244" actId="1076"/>
          <ac:spMkLst>
            <pc:docMk/>
            <pc:sldMk cId="0" sldId="258"/>
            <ac:spMk id="27" creationId="{2A144D38-9B3B-674D-9016-6CF8AF967FB9}"/>
          </ac:spMkLst>
        </pc:spChg>
        <pc:spChg chg="add mod">
          <ac:chgData name="Francisco Silva" userId="a288cbaf746e6d0a" providerId="LiveId" clId="{4EFD071F-5353-44F5-81BE-1C2D6554C15B}" dt="2026-03-07T02:57:49.559" v="240" actId="122"/>
          <ac:spMkLst>
            <pc:docMk/>
            <pc:sldMk cId="0" sldId="258"/>
            <ac:spMk id="30" creationId="{1E90EFAE-8972-B0E0-CBA7-CDEF2DB59607}"/>
          </ac:spMkLst>
        </pc:spChg>
      </pc:sldChg>
      <pc:sldChg chg="addSp delSp modSp mod">
        <pc:chgData name="Francisco Silva" userId="a288cbaf746e6d0a" providerId="LiveId" clId="{4EFD071F-5353-44F5-81BE-1C2D6554C15B}" dt="2026-03-07T03:25:39.445" v="990" actId="14861"/>
        <pc:sldMkLst>
          <pc:docMk/>
          <pc:sldMk cId="0" sldId="259"/>
        </pc:sldMkLst>
        <pc:spChg chg="mod">
          <ac:chgData name="Francisco Silva" userId="a288cbaf746e6d0a" providerId="LiveId" clId="{4EFD071F-5353-44F5-81BE-1C2D6554C15B}" dt="2026-03-07T03:16:49.132" v="840" actId="1035"/>
          <ac:spMkLst>
            <pc:docMk/>
            <pc:sldMk cId="0" sldId="259"/>
            <ac:spMk id="8" creationId="{00000000-0000-0000-0000-000000000000}"/>
          </ac:spMkLst>
        </pc:spChg>
        <pc:spChg chg="mod">
          <ac:chgData name="Francisco Silva" userId="a288cbaf746e6d0a" providerId="LiveId" clId="{4EFD071F-5353-44F5-81BE-1C2D6554C15B}" dt="2026-03-07T03:16:49.132" v="840" actId="1035"/>
          <ac:spMkLst>
            <pc:docMk/>
            <pc:sldMk cId="0" sldId="259"/>
            <ac:spMk id="9" creationId="{00000000-0000-0000-0000-000000000000}"/>
          </ac:spMkLst>
        </pc:spChg>
        <pc:spChg chg="mod">
          <ac:chgData name="Francisco Silva" userId="a288cbaf746e6d0a" providerId="LiveId" clId="{4EFD071F-5353-44F5-81BE-1C2D6554C15B}" dt="2026-03-07T03:16:49.132" v="840" actId="1035"/>
          <ac:spMkLst>
            <pc:docMk/>
            <pc:sldMk cId="0" sldId="259"/>
            <ac:spMk id="10" creationId="{00000000-0000-0000-0000-000000000000}"/>
          </ac:spMkLst>
        </pc:spChg>
        <pc:spChg chg="mod">
          <ac:chgData name="Francisco Silva" userId="a288cbaf746e6d0a" providerId="LiveId" clId="{4EFD071F-5353-44F5-81BE-1C2D6554C15B}" dt="2026-03-07T03:16:49.132" v="840" actId="1035"/>
          <ac:spMkLst>
            <pc:docMk/>
            <pc:sldMk cId="0" sldId="259"/>
            <ac:spMk id="11" creationId="{00000000-0000-0000-0000-000000000000}"/>
          </ac:spMkLst>
        </pc:spChg>
        <pc:spChg chg="mod">
          <ac:chgData name="Francisco Silva" userId="a288cbaf746e6d0a" providerId="LiveId" clId="{4EFD071F-5353-44F5-81BE-1C2D6554C15B}" dt="2026-03-07T03:16:49.132" v="840" actId="1035"/>
          <ac:spMkLst>
            <pc:docMk/>
            <pc:sldMk cId="0" sldId="259"/>
            <ac:spMk id="12" creationId="{00000000-0000-0000-0000-000000000000}"/>
          </ac:spMkLst>
        </pc:spChg>
        <pc:spChg chg="mod">
          <ac:chgData name="Francisco Silva" userId="a288cbaf746e6d0a" providerId="LiveId" clId="{4EFD071F-5353-44F5-81BE-1C2D6554C15B}" dt="2026-03-07T03:16:45.543" v="839" actId="1035"/>
          <ac:spMkLst>
            <pc:docMk/>
            <pc:sldMk cId="0" sldId="259"/>
            <ac:spMk id="13" creationId="{00000000-0000-0000-0000-000000000000}"/>
          </ac:spMkLst>
        </pc:spChg>
        <pc:spChg chg="mod">
          <ac:chgData name="Francisco Silva" userId="a288cbaf746e6d0a" providerId="LiveId" clId="{4EFD071F-5353-44F5-81BE-1C2D6554C15B}" dt="2026-03-07T03:16:49.132" v="840" actId="1035"/>
          <ac:spMkLst>
            <pc:docMk/>
            <pc:sldMk cId="0" sldId="259"/>
            <ac:spMk id="14" creationId="{00000000-0000-0000-0000-000000000000}"/>
          </ac:spMkLst>
        </pc:spChg>
        <pc:spChg chg="mod">
          <ac:chgData name="Francisco Silva" userId="a288cbaf746e6d0a" providerId="LiveId" clId="{4EFD071F-5353-44F5-81BE-1C2D6554C15B}" dt="2026-03-07T03:16:49.132" v="840" actId="1035"/>
          <ac:spMkLst>
            <pc:docMk/>
            <pc:sldMk cId="0" sldId="259"/>
            <ac:spMk id="15" creationId="{00000000-0000-0000-0000-000000000000}"/>
          </ac:spMkLst>
        </pc:spChg>
        <pc:spChg chg="mod">
          <ac:chgData name="Francisco Silva" userId="a288cbaf746e6d0a" providerId="LiveId" clId="{4EFD071F-5353-44F5-81BE-1C2D6554C15B}" dt="2026-03-07T03:16:49.132" v="840" actId="1035"/>
          <ac:spMkLst>
            <pc:docMk/>
            <pc:sldMk cId="0" sldId="259"/>
            <ac:spMk id="16" creationId="{00000000-0000-0000-0000-000000000000}"/>
          </ac:spMkLst>
        </pc:spChg>
        <pc:spChg chg="mod">
          <ac:chgData name="Francisco Silva" userId="a288cbaf746e6d0a" providerId="LiveId" clId="{4EFD071F-5353-44F5-81BE-1C2D6554C15B}" dt="2026-03-07T03:16:49.132" v="840" actId="1035"/>
          <ac:spMkLst>
            <pc:docMk/>
            <pc:sldMk cId="0" sldId="259"/>
            <ac:spMk id="17" creationId="{00000000-0000-0000-0000-000000000000}"/>
          </ac:spMkLst>
        </pc:spChg>
        <pc:spChg chg="mod">
          <ac:chgData name="Francisco Silva" userId="a288cbaf746e6d0a" providerId="LiveId" clId="{4EFD071F-5353-44F5-81BE-1C2D6554C15B}" dt="2026-03-07T03:16:49.132" v="840" actId="1035"/>
          <ac:spMkLst>
            <pc:docMk/>
            <pc:sldMk cId="0" sldId="259"/>
            <ac:spMk id="18" creationId="{00000000-0000-0000-0000-000000000000}"/>
          </ac:spMkLst>
        </pc:spChg>
        <pc:spChg chg="add mod">
          <ac:chgData name="Francisco Silva" userId="a288cbaf746e6d0a" providerId="LiveId" clId="{4EFD071F-5353-44F5-81BE-1C2D6554C15B}" dt="2026-03-07T02:58:18.145" v="245"/>
          <ac:spMkLst>
            <pc:docMk/>
            <pc:sldMk cId="0" sldId="259"/>
            <ac:spMk id="28" creationId="{05C42555-70F1-1667-11E5-0D78797B3D3B}"/>
          </ac:spMkLst>
        </pc:spChg>
        <pc:spChg chg="add mod">
          <ac:chgData name="Francisco Silva" userId="a288cbaf746e6d0a" providerId="LiveId" clId="{4EFD071F-5353-44F5-81BE-1C2D6554C15B}" dt="2026-03-07T02:58:18.145" v="245"/>
          <ac:spMkLst>
            <pc:docMk/>
            <pc:sldMk cId="0" sldId="259"/>
            <ac:spMk id="29" creationId="{EC620A0D-26D8-6CF4-1950-740F67C04A69}"/>
          </ac:spMkLst>
        </pc:spChg>
        <pc:spChg chg="add mod">
          <ac:chgData name="Francisco Silva" userId="a288cbaf746e6d0a" providerId="LiveId" clId="{4EFD071F-5353-44F5-81BE-1C2D6554C15B}" dt="2026-03-07T03:22:11.049" v="948" actId="404"/>
          <ac:spMkLst>
            <pc:docMk/>
            <pc:sldMk cId="0" sldId="259"/>
            <ac:spMk id="32" creationId="{1C23FBE8-B458-276C-5AB6-17273D18538A}"/>
          </ac:spMkLst>
        </pc:spChg>
        <pc:picChg chg="add mod">
          <ac:chgData name="Francisco Silva" userId="a288cbaf746e6d0a" providerId="LiveId" clId="{4EFD071F-5353-44F5-81BE-1C2D6554C15B}" dt="2026-03-07T03:25:39.445" v="990" actId="14861"/>
          <ac:picMkLst>
            <pc:docMk/>
            <pc:sldMk cId="0" sldId="259"/>
            <ac:picMk id="31" creationId="{90D6123E-BBEF-E8BC-24FD-E57574C72F62}"/>
          </ac:picMkLst>
        </pc:picChg>
      </pc:sldChg>
      <pc:sldChg chg="addSp delSp modSp mod">
        <pc:chgData name="Francisco Silva" userId="a288cbaf746e6d0a" providerId="LiveId" clId="{4EFD071F-5353-44F5-81BE-1C2D6554C15B}" dt="2026-03-07T03:08:24.836" v="505" actId="14100"/>
        <pc:sldMkLst>
          <pc:docMk/>
          <pc:sldMk cId="0" sldId="260"/>
        </pc:sldMkLst>
        <pc:spChg chg="add mod">
          <ac:chgData name="Francisco Silva" userId="a288cbaf746e6d0a" providerId="LiveId" clId="{4EFD071F-5353-44F5-81BE-1C2D6554C15B}" dt="2026-03-07T02:58:20.672" v="246"/>
          <ac:spMkLst>
            <pc:docMk/>
            <pc:sldMk cId="0" sldId="260"/>
            <ac:spMk id="24" creationId="{2F97FC88-A779-E46F-BB54-4E97E9A34943}"/>
          </ac:spMkLst>
        </pc:spChg>
        <pc:spChg chg="add mod">
          <ac:chgData name="Francisco Silva" userId="a288cbaf746e6d0a" providerId="LiveId" clId="{4EFD071F-5353-44F5-81BE-1C2D6554C15B}" dt="2026-03-07T02:58:20.672" v="246"/>
          <ac:spMkLst>
            <pc:docMk/>
            <pc:sldMk cId="0" sldId="260"/>
            <ac:spMk id="25" creationId="{81768029-3B54-F34F-8012-C0D24DD3DC66}"/>
          </ac:spMkLst>
        </pc:spChg>
        <pc:spChg chg="add mod">
          <ac:chgData name="Francisco Silva" userId="a288cbaf746e6d0a" providerId="LiveId" clId="{4EFD071F-5353-44F5-81BE-1C2D6554C15B}" dt="2026-03-07T03:08:24.836" v="505" actId="14100"/>
          <ac:spMkLst>
            <pc:docMk/>
            <pc:sldMk cId="0" sldId="260"/>
            <ac:spMk id="29" creationId="{224F8F92-0060-1C99-43D7-5A8A01C5F7FD}"/>
          </ac:spMkLst>
        </pc:spChg>
        <pc:picChg chg="add mod">
          <ac:chgData name="Francisco Silva" userId="a288cbaf746e6d0a" providerId="LiveId" clId="{4EFD071F-5353-44F5-81BE-1C2D6554C15B}" dt="2026-03-07T03:07:50.575" v="484" actId="1076"/>
          <ac:picMkLst>
            <pc:docMk/>
            <pc:sldMk cId="0" sldId="260"/>
            <ac:picMk id="27" creationId="{0B8A0DFE-3DE1-15D9-A237-72DB73AEBD07}"/>
          </ac:picMkLst>
        </pc:picChg>
      </pc:sldChg>
      <pc:sldChg chg="addSp modSp mod">
        <pc:chgData name="Francisco Silva" userId="a288cbaf746e6d0a" providerId="LiveId" clId="{4EFD071F-5353-44F5-81BE-1C2D6554C15B}" dt="2026-03-07T04:05:32.642" v="1165" actId="20577"/>
        <pc:sldMkLst>
          <pc:docMk/>
          <pc:sldMk cId="0" sldId="261"/>
        </pc:sldMkLst>
        <pc:spChg chg="mod">
          <ac:chgData name="Francisco Silva" userId="a288cbaf746e6d0a" providerId="LiveId" clId="{4EFD071F-5353-44F5-81BE-1C2D6554C15B}" dt="2026-03-07T03:14:15.868" v="750" actId="20577"/>
          <ac:spMkLst>
            <pc:docMk/>
            <pc:sldMk cId="0" sldId="261"/>
            <ac:spMk id="6" creationId="{00000000-0000-0000-0000-000000000000}"/>
          </ac:spMkLst>
        </pc:spChg>
        <pc:spChg chg="mod">
          <ac:chgData name="Francisco Silva" userId="a288cbaf746e6d0a" providerId="LiveId" clId="{4EFD071F-5353-44F5-81BE-1C2D6554C15B}" dt="2026-03-07T03:15:00.692" v="810" actId="6549"/>
          <ac:spMkLst>
            <pc:docMk/>
            <pc:sldMk cId="0" sldId="261"/>
            <ac:spMk id="12" creationId="{00000000-0000-0000-0000-000000000000}"/>
          </ac:spMkLst>
        </pc:spChg>
        <pc:spChg chg="add mod">
          <ac:chgData name="Francisco Silva" userId="a288cbaf746e6d0a" providerId="LiveId" clId="{4EFD071F-5353-44F5-81BE-1C2D6554C15B}" dt="2026-03-07T02:58:22.286" v="247"/>
          <ac:spMkLst>
            <pc:docMk/>
            <pc:sldMk cId="0" sldId="261"/>
            <ac:spMk id="13" creationId="{38A8D6A8-AD5B-DFFE-60A6-0C54690D0F66}"/>
          </ac:spMkLst>
        </pc:spChg>
        <pc:spChg chg="add mod">
          <ac:chgData name="Francisco Silva" userId="a288cbaf746e6d0a" providerId="LiveId" clId="{4EFD071F-5353-44F5-81BE-1C2D6554C15B}" dt="2026-03-07T02:58:22.286" v="247"/>
          <ac:spMkLst>
            <pc:docMk/>
            <pc:sldMk cId="0" sldId="261"/>
            <ac:spMk id="14" creationId="{99F783A6-E811-D1C2-14F7-FA91D7440BEB}"/>
          </ac:spMkLst>
        </pc:spChg>
        <pc:spChg chg="add mod">
          <ac:chgData name="Francisco Silva" userId="a288cbaf746e6d0a" providerId="LiveId" clId="{4EFD071F-5353-44F5-81BE-1C2D6554C15B}" dt="2026-03-07T04:05:32.642" v="1165" actId="20577"/>
          <ac:spMkLst>
            <pc:docMk/>
            <pc:sldMk cId="0" sldId="261"/>
            <ac:spMk id="15" creationId="{1F16FE53-248E-A4A6-82B9-ACD4A4EDEF7F}"/>
          </ac:spMkLst>
        </pc:spChg>
        <pc:graphicFrameChg chg="modGraphic">
          <ac:chgData name="Francisco Silva" userId="a288cbaf746e6d0a" providerId="LiveId" clId="{4EFD071F-5353-44F5-81BE-1C2D6554C15B}" dt="2026-03-07T03:10:16.210" v="588" actId="113"/>
          <ac:graphicFrameMkLst>
            <pc:docMk/>
            <pc:sldMk cId="0" sldId="261"/>
            <ac:graphicFrameMk id="10" creationId="{00000000-0000-0000-0000-000000000000}"/>
          </ac:graphicFrameMkLst>
        </pc:graphicFrameChg>
      </pc:sldChg>
      <pc:sldChg chg="addSp delSp modSp mod">
        <pc:chgData name="Francisco Silva" userId="a288cbaf746e6d0a" providerId="LiveId" clId="{4EFD071F-5353-44F5-81BE-1C2D6554C15B}" dt="2026-03-07T03:26:21.460" v="1034" actId="1037"/>
        <pc:sldMkLst>
          <pc:docMk/>
          <pc:sldMk cId="0" sldId="262"/>
        </pc:sldMkLst>
        <pc:spChg chg="mod">
          <ac:chgData name="Francisco Silva" userId="a288cbaf746e6d0a" providerId="LiveId" clId="{4EFD071F-5353-44F5-81BE-1C2D6554C15B}" dt="2026-03-07T03:23:21.184" v="963" actId="1076"/>
          <ac:spMkLst>
            <pc:docMk/>
            <pc:sldMk cId="0" sldId="262"/>
            <ac:spMk id="7" creationId="{00000000-0000-0000-0000-000000000000}"/>
          </ac:spMkLst>
        </pc:spChg>
        <pc:spChg chg="mod">
          <ac:chgData name="Francisco Silva" userId="a288cbaf746e6d0a" providerId="LiveId" clId="{4EFD071F-5353-44F5-81BE-1C2D6554C15B}" dt="2026-03-07T03:23:21.184" v="963" actId="1076"/>
          <ac:spMkLst>
            <pc:docMk/>
            <pc:sldMk cId="0" sldId="262"/>
            <ac:spMk id="8" creationId="{00000000-0000-0000-0000-000000000000}"/>
          </ac:spMkLst>
        </pc:spChg>
        <pc:spChg chg="mod">
          <ac:chgData name="Francisco Silva" userId="a288cbaf746e6d0a" providerId="LiveId" clId="{4EFD071F-5353-44F5-81BE-1C2D6554C15B}" dt="2026-03-07T03:23:21.184" v="963" actId="1076"/>
          <ac:spMkLst>
            <pc:docMk/>
            <pc:sldMk cId="0" sldId="262"/>
            <ac:spMk id="9" creationId="{00000000-0000-0000-0000-000000000000}"/>
          </ac:spMkLst>
        </pc:spChg>
        <pc:spChg chg="mod">
          <ac:chgData name="Francisco Silva" userId="a288cbaf746e6d0a" providerId="LiveId" clId="{4EFD071F-5353-44F5-81BE-1C2D6554C15B}" dt="2026-03-07T03:23:21.184" v="963" actId="1076"/>
          <ac:spMkLst>
            <pc:docMk/>
            <pc:sldMk cId="0" sldId="262"/>
            <ac:spMk id="10" creationId="{00000000-0000-0000-0000-000000000000}"/>
          </ac:spMkLst>
        </pc:spChg>
        <pc:spChg chg="mod">
          <ac:chgData name="Francisco Silva" userId="a288cbaf746e6d0a" providerId="LiveId" clId="{4EFD071F-5353-44F5-81BE-1C2D6554C15B}" dt="2026-03-07T03:24:53.202" v="979" actId="14100"/>
          <ac:spMkLst>
            <pc:docMk/>
            <pc:sldMk cId="0" sldId="262"/>
            <ac:spMk id="11" creationId="{00000000-0000-0000-0000-000000000000}"/>
          </ac:spMkLst>
        </pc:spChg>
        <pc:spChg chg="mod">
          <ac:chgData name="Francisco Silva" userId="a288cbaf746e6d0a" providerId="LiveId" clId="{4EFD071F-5353-44F5-81BE-1C2D6554C15B}" dt="2026-03-07T03:24:56.077" v="980" actId="14100"/>
          <ac:spMkLst>
            <pc:docMk/>
            <pc:sldMk cId="0" sldId="262"/>
            <ac:spMk id="12" creationId="{00000000-0000-0000-0000-000000000000}"/>
          </ac:spMkLst>
        </pc:spChg>
        <pc:spChg chg="mod">
          <ac:chgData name="Francisco Silva" userId="a288cbaf746e6d0a" providerId="LiveId" clId="{4EFD071F-5353-44F5-81BE-1C2D6554C15B}" dt="2026-03-07T03:23:21.184" v="963" actId="1076"/>
          <ac:spMkLst>
            <pc:docMk/>
            <pc:sldMk cId="0" sldId="262"/>
            <ac:spMk id="13" creationId="{00000000-0000-0000-0000-000000000000}"/>
          </ac:spMkLst>
        </pc:spChg>
        <pc:spChg chg="mod">
          <ac:chgData name="Francisco Silva" userId="a288cbaf746e6d0a" providerId="LiveId" clId="{4EFD071F-5353-44F5-81BE-1C2D6554C15B}" dt="2026-03-07T03:23:45.391" v="967" actId="1076"/>
          <ac:spMkLst>
            <pc:docMk/>
            <pc:sldMk cId="0" sldId="262"/>
            <ac:spMk id="14" creationId="{00000000-0000-0000-0000-000000000000}"/>
          </ac:spMkLst>
        </pc:spChg>
        <pc:spChg chg="add mod">
          <ac:chgData name="Francisco Silva" userId="a288cbaf746e6d0a" providerId="LiveId" clId="{4EFD071F-5353-44F5-81BE-1C2D6554C15B}" dt="2026-03-07T02:58:23.805" v="248"/>
          <ac:spMkLst>
            <pc:docMk/>
            <pc:sldMk cId="0" sldId="262"/>
            <ac:spMk id="19" creationId="{4A2F4858-2B4E-F60A-6464-8E5498DD17FC}"/>
          </ac:spMkLst>
        </pc:spChg>
        <pc:spChg chg="add mod">
          <ac:chgData name="Francisco Silva" userId="a288cbaf746e6d0a" providerId="LiveId" clId="{4EFD071F-5353-44F5-81BE-1C2D6554C15B}" dt="2026-03-07T02:58:23.805" v="248"/>
          <ac:spMkLst>
            <pc:docMk/>
            <pc:sldMk cId="0" sldId="262"/>
            <ac:spMk id="20" creationId="{35889E4C-B4E3-3E35-3D0F-D1AFC8C0B528}"/>
          </ac:spMkLst>
        </pc:spChg>
        <pc:spChg chg="add mod">
          <ac:chgData name="Francisco Silva" userId="a288cbaf746e6d0a" providerId="LiveId" clId="{4EFD071F-5353-44F5-81BE-1C2D6554C15B}" dt="2026-03-07T03:26:21.460" v="1034" actId="1037"/>
          <ac:spMkLst>
            <pc:docMk/>
            <pc:sldMk cId="0" sldId="262"/>
            <ac:spMk id="25" creationId="{E43B9399-FAD0-58DC-DB83-B20432D6A3A6}"/>
          </ac:spMkLst>
        </pc:spChg>
        <pc:picChg chg="add mod">
          <ac:chgData name="Francisco Silva" userId="a288cbaf746e6d0a" providerId="LiveId" clId="{4EFD071F-5353-44F5-81BE-1C2D6554C15B}" dt="2026-03-07T03:18:42.632" v="853" actId="1076"/>
          <ac:picMkLst>
            <pc:docMk/>
            <pc:sldMk cId="0" sldId="262"/>
            <ac:picMk id="22" creationId="{8B965BCC-D636-2C74-C6C9-87F68CA6EDA5}"/>
          </ac:picMkLst>
        </pc:picChg>
        <pc:picChg chg="add mod">
          <ac:chgData name="Francisco Silva" userId="a288cbaf746e6d0a" providerId="LiveId" clId="{4EFD071F-5353-44F5-81BE-1C2D6554C15B}" dt="2026-03-07T03:25:48.327" v="996" actId="1038"/>
          <ac:picMkLst>
            <pc:docMk/>
            <pc:sldMk cId="0" sldId="262"/>
            <ac:picMk id="24" creationId="{5AB13EB0-BECB-44AE-DE79-7DBAA15D8838}"/>
          </ac:picMkLst>
        </pc:picChg>
      </pc:sldChg>
      <pc:sldChg chg="addSp delSp modSp mod">
        <pc:chgData name="Francisco Silva" userId="a288cbaf746e6d0a" providerId="LiveId" clId="{4EFD071F-5353-44F5-81BE-1C2D6554C15B}" dt="2026-03-07T03:28:06.537" v="1049" actId="20577"/>
        <pc:sldMkLst>
          <pc:docMk/>
          <pc:sldMk cId="0" sldId="263"/>
        </pc:sldMkLst>
        <pc:spChg chg="mod">
          <ac:chgData name="Francisco Silva" userId="a288cbaf746e6d0a" providerId="LiveId" clId="{4EFD071F-5353-44F5-81BE-1C2D6554C15B}" dt="2026-03-07T03:27:26.663" v="1040" actId="1076"/>
          <ac:spMkLst>
            <pc:docMk/>
            <pc:sldMk cId="0" sldId="263"/>
            <ac:spMk id="7" creationId="{00000000-0000-0000-0000-000000000000}"/>
          </ac:spMkLst>
        </pc:spChg>
        <pc:spChg chg="mod">
          <ac:chgData name="Francisco Silva" userId="a288cbaf746e6d0a" providerId="LiveId" clId="{4EFD071F-5353-44F5-81BE-1C2D6554C15B}" dt="2026-03-07T03:27:26.663" v="1040" actId="1076"/>
          <ac:spMkLst>
            <pc:docMk/>
            <pc:sldMk cId="0" sldId="263"/>
            <ac:spMk id="8" creationId="{00000000-0000-0000-0000-000000000000}"/>
          </ac:spMkLst>
        </pc:spChg>
        <pc:spChg chg="mod">
          <ac:chgData name="Francisco Silva" userId="a288cbaf746e6d0a" providerId="LiveId" clId="{4EFD071F-5353-44F5-81BE-1C2D6554C15B}" dt="2026-03-07T03:27:26.663" v="1040" actId="1076"/>
          <ac:spMkLst>
            <pc:docMk/>
            <pc:sldMk cId="0" sldId="263"/>
            <ac:spMk id="9" creationId="{00000000-0000-0000-0000-000000000000}"/>
          </ac:spMkLst>
        </pc:spChg>
        <pc:spChg chg="mod">
          <ac:chgData name="Francisco Silva" userId="a288cbaf746e6d0a" providerId="LiveId" clId="{4EFD071F-5353-44F5-81BE-1C2D6554C15B}" dt="2026-03-07T03:27:26.663" v="1040" actId="1076"/>
          <ac:spMkLst>
            <pc:docMk/>
            <pc:sldMk cId="0" sldId="263"/>
            <ac:spMk id="10" creationId="{00000000-0000-0000-0000-000000000000}"/>
          </ac:spMkLst>
        </pc:spChg>
        <pc:spChg chg="mod">
          <ac:chgData name="Francisco Silva" userId="a288cbaf746e6d0a" providerId="LiveId" clId="{4EFD071F-5353-44F5-81BE-1C2D6554C15B}" dt="2026-03-07T03:27:20.173" v="1039" actId="1076"/>
          <ac:spMkLst>
            <pc:docMk/>
            <pc:sldMk cId="0" sldId="263"/>
            <ac:spMk id="15" creationId="{00000000-0000-0000-0000-000000000000}"/>
          </ac:spMkLst>
        </pc:spChg>
        <pc:spChg chg="mod">
          <ac:chgData name="Francisco Silva" userId="a288cbaf746e6d0a" providerId="LiveId" clId="{4EFD071F-5353-44F5-81BE-1C2D6554C15B}" dt="2026-03-07T03:27:20.173" v="1039" actId="1076"/>
          <ac:spMkLst>
            <pc:docMk/>
            <pc:sldMk cId="0" sldId="263"/>
            <ac:spMk id="16" creationId="{00000000-0000-0000-0000-000000000000}"/>
          </ac:spMkLst>
        </pc:spChg>
        <pc:spChg chg="mod">
          <ac:chgData name="Francisco Silva" userId="a288cbaf746e6d0a" providerId="LiveId" clId="{4EFD071F-5353-44F5-81BE-1C2D6554C15B}" dt="2026-03-07T03:27:20.173" v="1039" actId="1076"/>
          <ac:spMkLst>
            <pc:docMk/>
            <pc:sldMk cId="0" sldId="263"/>
            <ac:spMk id="17" creationId="{00000000-0000-0000-0000-000000000000}"/>
          </ac:spMkLst>
        </pc:spChg>
        <pc:spChg chg="mod">
          <ac:chgData name="Francisco Silva" userId="a288cbaf746e6d0a" providerId="LiveId" clId="{4EFD071F-5353-44F5-81BE-1C2D6554C15B}" dt="2026-03-07T03:28:06.537" v="1049" actId="20577"/>
          <ac:spMkLst>
            <pc:docMk/>
            <pc:sldMk cId="0" sldId="263"/>
            <ac:spMk id="18" creationId="{00000000-0000-0000-0000-000000000000}"/>
          </ac:spMkLst>
        </pc:spChg>
        <pc:spChg chg="add mod">
          <ac:chgData name="Francisco Silva" userId="a288cbaf746e6d0a" providerId="LiveId" clId="{4EFD071F-5353-44F5-81BE-1C2D6554C15B}" dt="2026-03-07T02:58:25.182" v="249"/>
          <ac:spMkLst>
            <pc:docMk/>
            <pc:sldMk cId="0" sldId="263"/>
            <ac:spMk id="19" creationId="{AB033768-3A18-83DB-B141-476BA2907D25}"/>
          </ac:spMkLst>
        </pc:spChg>
        <pc:spChg chg="add mod">
          <ac:chgData name="Francisco Silva" userId="a288cbaf746e6d0a" providerId="LiveId" clId="{4EFD071F-5353-44F5-81BE-1C2D6554C15B}" dt="2026-03-07T02:58:25.182" v="249"/>
          <ac:spMkLst>
            <pc:docMk/>
            <pc:sldMk cId="0" sldId="263"/>
            <ac:spMk id="20" creationId="{2F3AA9F3-3B6A-358A-0A50-5A6035AD22FD}"/>
          </ac:spMkLst>
        </pc:spChg>
      </pc:sldChg>
      <pc:sldChg chg="addSp modSp add del mod setBg">
        <pc:chgData name="Francisco Silva" userId="a288cbaf746e6d0a" providerId="LiveId" clId="{4EFD071F-5353-44F5-81BE-1C2D6554C15B}" dt="2026-03-17T14:33:34.614" v="1288" actId="47"/>
        <pc:sldMkLst>
          <pc:docMk/>
          <pc:sldMk cId="0" sldId="266"/>
        </pc:sldMkLst>
      </pc:sldChg>
      <pc:sldChg chg="addSp delSp modSp add del mod setBg">
        <pc:chgData name="Francisco Silva" userId="a288cbaf746e6d0a" providerId="LiveId" clId="{4EFD071F-5353-44F5-81BE-1C2D6554C15B}" dt="2026-03-17T14:33:34.614" v="1288" actId="47"/>
        <pc:sldMkLst>
          <pc:docMk/>
          <pc:sldMk cId="0" sldId="267"/>
        </pc:sldMkLst>
      </pc:sldChg>
      <pc:sldChg chg="addSp delSp modSp add del mod setBg">
        <pc:chgData name="Francisco Silva" userId="a288cbaf746e6d0a" providerId="LiveId" clId="{4EFD071F-5353-44F5-81BE-1C2D6554C15B}" dt="2026-03-17T14:33:34.614" v="1288" actId="47"/>
        <pc:sldMkLst>
          <pc:docMk/>
          <pc:sldMk cId="0" sldId="268"/>
        </pc:sldMkLst>
      </pc:sldChg>
      <pc:sldChg chg="addSp delSp modSp add del mod setBg">
        <pc:chgData name="Francisco Silva" userId="a288cbaf746e6d0a" providerId="LiveId" clId="{4EFD071F-5353-44F5-81BE-1C2D6554C15B}" dt="2026-03-17T14:33:34.614" v="1288" actId="47"/>
        <pc:sldMkLst>
          <pc:docMk/>
          <pc:sldMk cId="0" sldId="269"/>
        </pc:sldMkLst>
      </pc:sldChg>
      <pc:sldChg chg="addSp delSp modSp add mod ord setBg">
        <pc:chgData name="Francisco Silva" userId="a288cbaf746e6d0a" providerId="LiveId" clId="{4EFD071F-5353-44F5-81BE-1C2D6554C15B}" dt="2026-03-17T15:57:29.500" v="4376" actId="1035"/>
        <pc:sldMkLst>
          <pc:docMk/>
          <pc:sldMk cId="0" sldId="271"/>
        </pc:sldMkLst>
        <pc:spChg chg="mod">
          <ac:chgData name="Francisco Silva" userId="a288cbaf746e6d0a" providerId="LiveId" clId="{4EFD071F-5353-44F5-81BE-1C2D6554C15B}" dt="2026-03-17T15:57:29.500" v="4376" actId="1035"/>
          <ac:spMkLst>
            <pc:docMk/>
            <pc:sldMk cId="0" sldId="271"/>
            <ac:spMk id="7" creationId="{00000000-0000-0000-0000-000000000000}"/>
          </ac:spMkLst>
        </pc:spChg>
        <pc:spChg chg="mod">
          <ac:chgData name="Francisco Silva" userId="a288cbaf746e6d0a" providerId="LiveId" clId="{4EFD071F-5353-44F5-81BE-1C2D6554C15B}" dt="2026-03-17T15:57:29.500" v="4376" actId="1035"/>
          <ac:spMkLst>
            <pc:docMk/>
            <pc:sldMk cId="0" sldId="271"/>
            <ac:spMk id="8" creationId="{00000000-0000-0000-0000-000000000000}"/>
          </ac:spMkLst>
        </pc:spChg>
        <pc:spChg chg="mod">
          <ac:chgData name="Francisco Silva" userId="a288cbaf746e6d0a" providerId="LiveId" clId="{4EFD071F-5353-44F5-81BE-1C2D6554C15B}" dt="2026-03-17T15:57:29.500" v="4376" actId="1035"/>
          <ac:spMkLst>
            <pc:docMk/>
            <pc:sldMk cId="0" sldId="271"/>
            <ac:spMk id="10" creationId="{00000000-0000-0000-0000-000000000000}"/>
          </ac:spMkLst>
        </pc:spChg>
        <pc:spChg chg="mod">
          <ac:chgData name="Francisco Silva" userId="a288cbaf746e6d0a" providerId="LiveId" clId="{4EFD071F-5353-44F5-81BE-1C2D6554C15B}" dt="2026-03-17T15:57:29.500" v="4376" actId="1035"/>
          <ac:spMkLst>
            <pc:docMk/>
            <pc:sldMk cId="0" sldId="271"/>
            <ac:spMk id="12" creationId="{00000000-0000-0000-0000-000000000000}"/>
          </ac:spMkLst>
        </pc:spChg>
        <pc:spChg chg="mod">
          <ac:chgData name="Francisco Silva" userId="a288cbaf746e6d0a" providerId="LiveId" clId="{4EFD071F-5353-44F5-81BE-1C2D6554C15B}" dt="2026-03-17T15:57:29.500" v="4376" actId="1035"/>
          <ac:spMkLst>
            <pc:docMk/>
            <pc:sldMk cId="0" sldId="271"/>
            <ac:spMk id="14" creationId="{00000000-0000-0000-0000-000000000000}"/>
          </ac:spMkLst>
        </pc:spChg>
        <pc:spChg chg="mod">
          <ac:chgData name="Francisco Silva" userId="a288cbaf746e6d0a" providerId="LiveId" clId="{4EFD071F-5353-44F5-81BE-1C2D6554C15B}" dt="2026-03-17T15:57:29.500" v="4376" actId="1035"/>
          <ac:spMkLst>
            <pc:docMk/>
            <pc:sldMk cId="0" sldId="271"/>
            <ac:spMk id="15" creationId="{00000000-0000-0000-0000-000000000000}"/>
          </ac:spMkLst>
        </pc:spChg>
        <pc:spChg chg="mod">
          <ac:chgData name="Francisco Silva" userId="a288cbaf746e6d0a" providerId="LiveId" clId="{4EFD071F-5353-44F5-81BE-1C2D6554C15B}" dt="2026-03-17T15:57:29.500" v="4376" actId="1035"/>
          <ac:spMkLst>
            <pc:docMk/>
            <pc:sldMk cId="0" sldId="271"/>
            <ac:spMk id="18" creationId="{00000000-0000-0000-0000-000000000000}"/>
          </ac:spMkLst>
        </pc:spChg>
        <pc:spChg chg="mod">
          <ac:chgData name="Francisco Silva" userId="a288cbaf746e6d0a" providerId="LiveId" clId="{4EFD071F-5353-44F5-81BE-1C2D6554C15B}" dt="2026-03-17T15:57:29.500" v="4376" actId="1035"/>
          <ac:spMkLst>
            <pc:docMk/>
            <pc:sldMk cId="0" sldId="271"/>
            <ac:spMk id="19" creationId="{00000000-0000-0000-0000-000000000000}"/>
          </ac:spMkLst>
        </pc:spChg>
        <pc:spChg chg="mod">
          <ac:chgData name="Francisco Silva" userId="a288cbaf746e6d0a" providerId="LiveId" clId="{4EFD071F-5353-44F5-81BE-1C2D6554C15B}" dt="2026-03-17T15:57:29.500" v="4376" actId="1035"/>
          <ac:spMkLst>
            <pc:docMk/>
            <pc:sldMk cId="0" sldId="271"/>
            <ac:spMk id="20" creationId="{00000000-0000-0000-0000-000000000000}"/>
          </ac:spMkLst>
        </pc:spChg>
        <pc:spChg chg="add del mod">
          <ac:chgData name="Francisco Silva" userId="a288cbaf746e6d0a" providerId="LiveId" clId="{4EFD071F-5353-44F5-81BE-1C2D6554C15B}" dt="2026-03-17T15:56:40.364" v="4367" actId="1036"/>
          <ac:spMkLst>
            <pc:docMk/>
            <pc:sldMk cId="0" sldId="271"/>
            <ac:spMk id="23" creationId="{00000000-0000-0000-0000-000000000000}"/>
          </ac:spMkLst>
        </pc:spChg>
        <pc:spChg chg="mod">
          <ac:chgData name="Francisco Silva" userId="a288cbaf746e6d0a" providerId="LiveId" clId="{4EFD071F-5353-44F5-81BE-1C2D6554C15B}" dt="2026-03-17T15:56:40.364" v="4367" actId="1036"/>
          <ac:spMkLst>
            <pc:docMk/>
            <pc:sldMk cId="0" sldId="271"/>
            <ac:spMk id="24" creationId="{00000000-0000-0000-0000-000000000000}"/>
          </ac:spMkLst>
        </pc:spChg>
        <pc:spChg chg="mod">
          <ac:chgData name="Francisco Silva" userId="a288cbaf746e6d0a" providerId="LiveId" clId="{4EFD071F-5353-44F5-81BE-1C2D6554C15B}" dt="2026-03-17T15:57:29.500" v="4376" actId="1035"/>
          <ac:spMkLst>
            <pc:docMk/>
            <pc:sldMk cId="0" sldId="271"/>
            <ac:spMk id="25" creationId="{00000000-0000-0000-0000-000000000000}"/>
          </ac:spMkLst>
        </pc:spChg>
        <pc:spChg chg="mod">
          <ac:chgData name="Francisco Silva" userId="a288cbaf746e6d0a" providerId="LiveId" clId="{4EFD071F-5353-44F5-81BE-1C2D6554C15B}" dt="2026-03-17T15:56:40.364" v="4367" actId="1036"/>
          <ac:spMkLst>
            <pc:docMk/>
            <pc:sldMk cId="0" sldId="271"/>
            <ac:spMk id="26" creationId="{00000000-0000-0000-0000-000000000000}"/>
          </ac:spMkLst>
        </pc:spChg>
        <pc:spChg chg="add mod">
          <ac:chgData name="Francisco Silva" userId="a288cbaf746e6d0a" providerId="LiveId" clId="{4EFD071F-5353-44F5-81BE-1C2D6554C15B}" dt="2026-03-07T03:52:54.612" v="1059" actId="207"/>
          <ac:spMkLst>
            <pc:docMk/>
            <pc:sldMk cId="0" sldId="271"/>
            <ac:spMk id="27" creationId="{E5890930-6B10-522D-CD98-AB58F7196552}"/>
          </ac:spMkLst>
        </pc:spChg>
        <pc:spChg chg="add mod">
          <ac:chgData name="Francisco Silva" userId="a288cbaf746e6d0a" providerId="LiveId" clId="{4EFD071F-5353-44F5-81BE-1C2D6554C15B}" dt="2026-03-07T02:59:13.550" v="284" actId="20577"/>
          <ac:spMkLst>
            <pc:docMk/>
            <pc:sldMk cId="0" sldId="271"/>
            <ac:spMk id="28" creationId="{F248EDA6-5E05-F981-E404-17752529D9B8}"/>
          </ac:spMkLst>
        </pc:spChg>
        <pc:graphicFrameChg chg="modGraphic">
          <ac:chgData name="Francisco Silva" userId="a288cbaf746e6d0a" providerId="LiveId" clId="{4EFD071F-5353-44F5-81BE-1C2D6554C15B}" dt="2026-03-17T15:57:12.257" v="4375" actId="113"/>
          <ac:graphicFrameMkLst>
            <pc:docMk/>
            <pc:sldMk cId="0" sldId="271"/>
            <ac:graphicFrameMk id="22" creationId="{00000000-0000-0000-0000-000000000000}"/>
          </ac:graphicFrameMkLst>
        </pc:graphicFrameChg>
      </pc:sldChg>
      <pc:sldChg chg="addSp delSp modSp add del mod setBg">
        <pc:chgData name="Francisco Silva" userId="a288cbaf746e6d0a" providerId="LiveId" clId="{4EFD071F-5353-44F5-81BE-1C2D6554C15B}" dt="2026-03-17T16:06:25.446" v="4506" actId="47"/>
        <pc:sldMkLst>
          <pc:docMk/>
          <pc:sldMk cId="0" sldId="272"/>
        </pc:sldMkLst>
        <pc:spChg chg="del">
          <ac:chgData name="Francisco Silva" userId="a288cbaf746e6d0a" providerId="LiveId" clId="{4EFD071F-5353-44F5-81BE-1C2D6554C15B}" dt="2026-03-17T16:01:30.425" v="4394" actId="21"/>
          <ac:spMkLst>
            <pc:docMk/>
            <pc:sldMk cId="0" sldId="272"/>
            <ac:spMk id="21" creationId="{00000000-0000-0000-0000-000000000000}"/>
          </ac:spMkLst>
        </pc:spChg>
        <pc:spChg chg="del">
          <ac:chgData name="Francisco Silva" userId="a288cbaf746e6d0a" providerId="LiveId" clId="{4EFD071F-5353-44F5-81BE-1C2D6554C15B}" dt="2026-03-17T16:01:30.425" v="4394" actId="21"/>
          <ac:spMkLst>
            <pc:docMk/>
            <pc:sldMk cId="0" sldId="272"/>
            <ac:spMk id="22" creationId="{00000000-0000-0000-0000-000000000000}"/>
          </ac:spMkLst>
        </pc:spChg>
        <pc:spChg chg="del">
          <ac:chgData name="Francisco Silva" userId="a288cbaf746e6d0a" providerId="LiveId" clId="{4EFD071F-5353-44F5-81BE-1C2D6554C15B}" dt="2026-03-17T16:01:30.425" v="4394" actId="21"/>
          <ac:spMkLst>
            <pc:docMk/>
            <pc:sldMk cId="0" sldId="272"/>
            <ac:spMk id="23" creationId="{00000000-0000-0000-0000-000000000000}"/>
          </ac:spMkLst>
        </pc:spChg>
        <pc:spChg chg="del">
          <ac:chgData name="Francisco Silva" userId="a288cbaf746e6d0a" providerId="LiveId" clId="{4EFD071F-5353-44F5-81BE-1C2D6554C15B}" dt="2026-03-17T16:01:30.425" v="4394" actId="21"/>
          <ac:spMkLst>
            <pc:docMk/>
            <pc:sldMk cId="0" sldId="272"/>
            <ac:spMk id="24" creationId="{00000000-0000-0000-0000-000000000000}"/>
          </ac:spMkLst>
        </pc:spChg>
      </pc:sldChg>
      <pc:sldChg chg="addSp modSp add mod ord setBg">
        <pc:chgData name="Francisco Silva" userId="a288cbaf746e6d0a" providerId="LiveId" clId="{4EFD071F-5353-44F5-81BE-1C2D6554C15B}" dt="2026-03-17T15:58:34.724" v="4386" actId="404"/>
        <pc:sldMkLst>
          <pc:docMk/>
          <pc:sldMk cId="0" sldId="273"/>
        </pc:sldMkLst>
        <pc:spChg chg="add mod">
          <ac:chgData name="Francisco Silva" userId="a288cbaf746e6d0a" providerId="LiveId" clId="{4EFD071F-5353-44F5-81BE-1C2D6554C15B}" dt="2026-03-07T03:53:02.073" v="1061" actId="207"/>
          <ac:spMkLst>
            <pc:docMk/>
            <pc:sldMk cId="0" sldId="273"/>
            <ac:spMk id="6" creationId="{19C6034F-83B9-2393-B074-9BCEEDF2312B}"/>
          </ac:spMkLst>
        </pc:spChg>
        <pc:spChg chg="add mod">
          <ac:chgData name="Francisco Silva" userId="a288cbaf746e6d0a" providerId="LiveId" clId="{4EFD071F-5353-44F5-81BE-1C2D6554C15B}" dt="2026-03-07T02:59:19.468" v="286"/>
          <ac:spMkLst>
            <pc:docMk/>
            <pc:sldMk cId="0" sldId="273"/>
            <ac:spMk id="7" creationId="{A87C9746-02DE-E79B-7221-A06138DE9599}"/>
          </ac:spMkLst>
        </pc:spChg>
        <pc:graphicFrameChg chg="modGraphic">
          <ac:chgData name="Francisco Silva" userId="a288cbaf746e6d0a" providerId="LiveId" clId="{4EFD071F-5353-44F5-81BE-1C2D6554C15B}" dt="2026-03-17T15:58:34.724" v="4386" actId="404"/>
          <ac:graphicFrameMkLst>
            <pc:docMk/>
            <pc:sldMk cId="0" sldId="273"/>
            <ac:graphicFrameMk id="11" creationId="{00000000-0000-0000-0000-000000000000}"/>
          </ac:graphicFrameMkLst>
        </pc:graphicFrameChg>
      </pc:sldChg>
      <pc:sldChg chg="addSp delSp modSp add mod ord setBg">
        <pc:chgData name="Francisco Silva" userId="a288cbaf746e6d0a" providerId="LiveId" clId="{4EFD071F-5353-44F5-81BE-1C2D6554C15B}" dt="2026-03-17T16:16:35.078" v="4667" actId="14100"/>
        <pc:sldMkLst>
          <pc:docMk/>
          <pc:sldMk cId="0" sldId="275"/>
        </pc:sldMkLst>
        <pc:spChg chg="add mod">
          <ac:chgData name="Francisco Silva" userId="a288cbaf746e6d0a" providerId="LiveId" clId="{4EFD071F-5353-44F5-81BE-1C2D6554C15B}" dt="2026-03-17T16:14:40.506" v="4586" actId="1076"/>
          <ac:spMkLst>
            <pc:docMk/>
            <pc:sldMk cId="0" sldId="275"/>
            <ac:spMk id="23" creationId="{6A6165A4-672B-AF7A-ECDD-50015C018A27}"/>
          </ac:spMkLst>
        </pc:spChg>
        <pc:spChg chg="add mod">
          <ac:chgData name="Francisco Silva" userId="a288cbaf746e6d0a" providerId="LiveId" clId="{4EFD071F-5353-44F5-81BE-1C2D6554C15B}" dt="2026-03-07T03:53:08.997" v="1062" actId="207"/>
          <ac:spMkLst>
            <pc:docMk/>
            <pc:sldMk cId="0" sldId="275"/>
            <ac:spMk id="24" creationId="{DBB4021F-FBEA-312C-E965-99EA0B129BFB}"/>
          </ac:spMkLst>
        </pc:spChg>
        <pc:spChg chg="add mod">
          <ac:chgData name="Francisco Silva" userId="a288cbaf746e6d0a" providerId="LiveId" clId="{4EFD071F-5353-44F5-81BE-1C2D6554C15B}" dt="2026-03-07T02:59:35.257" v="304" actId="20577"/>
          <ac:spMkLst>
            <pc:docMk/>
            <pc:sldMk cId="0" sldId="275"/>
            <ac:spMk id="25" creationId="{2D9348A7-BB2F-46AA-6AE0-8CD5208844DA}"/>
          </ac:spMkLst>
        </pc:spChg>
        <pc:spChg chg="add mod ord">
          <ac:chgData name="Francisco Silva" userId="a288cbaf746e6d0a" providerId="LiveId" clId="{4EFD071F-5353-44F5-81BE-1C2D6554C15B}" dt="2026-03-17T16:14:32.916" v="4585" actId="167"/>
          <ac:spMkLst>
            <pc:docMk/>
            <pc:sldMk cId="0" sldId="275"/>
            <ac:spMk id="26" creationId="{C8EF2A7A-42E7-5693-69B3-4E54DC90C622}"/>
          </ac:spMkLst>
        </pc:spChg>
        <pc:spChg chg="add mod ord">
          <ac:chgData name="Francisco Silva" userId="a288cbaf746e6d0a" providerId="LiveId" clId="{4EFD071F-5353-44F5-81BE-1C2D6554C15B}" dt="2026-03-17T16:14:32.916" v="4585" actId="167"/>
          <ac:spMkLst>
            <pc:docMk/>
            <pc:sldMk cId="0" sldId="275"/>
            <ac:spMk id="27" creationId="{6499144A-9758-E893-77CF-969E5EF582CE}"/>
          </ac:spMkLst>
        </pc:spChg>
        <pc:spChg chg="add del mod">
          <ac:chgData name="Francisco Silva" userId="a288cbaf746e6d0a" providerId="LiveId" clId="{4EFD071F-5353-44F5-81BE-1C2D6554C15B}" dt="2026-03-17T16:16:29.709" v="4665" actId="14100"/>
          <ac:spMkLst>
            <pc:docMk/>
            <pc:sldMk cId="0" sldId="275"/>
            <ac:spMk id="28" creationId="{CC59F894-6BB4-3F3A-9F78-9236B7E8164D}"/>
          </ac:spMkLst>
        </pc:spChg>
        <pc:spChg chg="add del mod">
          <ac:chgData name="Francisco Silva" userId="a288cbaf746e6d0a" providerId="LiveId" clId="{4EFD071F-5353-44F5-81BE-1C2D6554C15B}" dt="2026-03-17T16:16:35.078" v="4667" actId="14100"/>
          <ac:spMkLst>
            <pc:docMk/>
            <pc:sldMk cId="0" sldId="275"/>
            <ac:spMk id="29" creationId="{8BC9AFA8-BE80-9441-0C07-2D003F12BB94}"/>
          </ac:spMkLst>
        </pc:spChg>
        <pc:graphicFrameChg chg="del mod modGraphic">
          <ac:chgData name="Francisco Silva" userId="a288cbaf746e6d0a" providerId="LiveId" clId="{4EFD071F-5353-44F5-81BE-1C2D6554C15B}" dt="2026-03-17T16:14:52.947" v="4588" actId="478"/>
          <ac:graphicFrameMkLst>
            <pc:docMk/>
            <pc:sldMk cId="0" sldId="275"/>
            <ac:graphicFrameMk id="22" creationId="{00000000-0000-0000-0000-000000000000}"/>
          </ac:graphicFrameMkLst>
        </pc:graphicFrameChg>
      </pc:sldChg>
      <pc:sldChg chg="addSp delSp modSp add del mod setBg">
        <pc:chgData name="Francisco Silva" userId="a288cbaf746e6d0a" providerId="LiveId" clId="{4EFD071F-5353-44F5-81BE-1C2D6554C15B}" dt="2026-03-17T16:23:25.549" v="4841" actId="47"/>
        <pc:sldMkLst>
          <pc:docMk/>
          <pc:sldMk cId="0" sldId="276"/>
        </pc:sldMkLst>
        <pc:spChg chg="add del mod">
          <ac:chgData name="Francisco Silva" userId="a288cbaf746e6d0a" providerId="LiveId" clId="{4EFD071F-5353-44F5-81BE-1C2D6554C15B}" dt="2026-03-17T16:20:01.232" v="4755" actId="21"/>
          <ac:spMkLst>
            <pc:docMk/>
            <pc:sldMk cId="0" sldId="276"/>
            <ac:spMk id="25" creationId="{B8C567DA-27A2-86CB-CDEA-D67B271DC127}"/>
          </ac:spMkLst>
        </pc:spChg>
        <pc:spChg chg="add del mod">
          <ac:chgData name="Francisco Silva" userId="a288cbaf746e6d0a" providerId="LiveId" clId="{4EFD071F-5353-44F5-81BE-1C2D6554C15B}" dt="2026-03-17T16:20:01.232" v="4755" actId="21"/>
          <ac:spMkLst>
            <pc:docMk/>
            <pc:sldMk cId="0" sldId="276"/>
            <ac:spMk id="26" creationId="{B542726C-6F8E-3701-A570-D26D1344CFB2}"/>
          </ac:spMkLst>
        </pc:spChg>
        <pc:picChg chg="add del mod modCrop">
          <ac:chgData name="Francisco Silva" userId="a288cbaf746e6d0a" providerId="LiveId" clId="{4EFD071F-5353-44F5-81BE-1C2D6554C15B}" dt="2026-03-17T16:20:01.232" v="4755" actId="21"/>
          <ac:picMkLst>
            <pc:docMk/>
            <pc:sldMk cId="0" sldId="276"/>
            <ac:picMk id="23" creationId="{4397D4EF-BE9E-0D3E-C211-5A5F795C7C18}"/>
          </ac:picMkLst>
        </pc:picChg>
        <pc:picChg chg="add del mod modCrop">
          <ac:chgData name="Francisco Silva" userId="a288cbaf746e6d0a" providerId="LiveId" clId="{4EFD071F-5353-44F5-81BE-1C2D6554C15B}" dt="2026-03-17T16:20:01.232" v="4755" actId="21"/>
          <ac:picMkLst>
            <pc:docMk/>
            <pc:sldMk cId="0" sldId="276"/>
            <ac:picMk id="24" creationId="{7CDBC687-48FC-411E-E0F5-0D1EE4274DE0}"/>
          </ac:picMkLst>
        </pc:picChg>
      </pc:sldChg>
      <pc:sldChg chg="addSp delSp modSp add del mod setBg">
        <pc:chgData name="Francisco Silva" userId="a288cbaf746e6d0a" providerId="LiveId" clId="{4EFD071F-5353-44F5-81BE-1C2D6554C15B}" dt="2026-03-17T16:23:41.666" v="4843" actId="47"/>
        <pc:sldMkLst>
          <pc:docMk/>
          <pc:sldMk cId="0" sldId="277"/>
        </pc:sldMkLst>
        <pc:graphicFrameChg chg="del">
          <ac:chgData name="Francisco Silva" userId="a288cbaf746e6d0a" providerId="LiveId" clId="{4EFD071F-5353-44F5-81BE-1C2D6554C15B}" dt="2026-03-17T16:23:39.256" v="4842" actId="21"/>
          <ac:graphicFrameMkLst>
            <pc:docMk/>
            <pc:sldMk cId="0" sldId="277"/>
            <ac:graphicFrameMk id="8" creationId="{00000000-0000-0000-0000-000000000000}"/>
          </ac:graphicFrameMkLst>
        </pc:graphicFrameChg>
        <pc:picChg chg="add del mod">
          <ac:chgData name="Francisco Silva" userId="a288cbaf746e6d0a" providerId="LiveId" clId="{4EFD071F-5353-44F5-81BE-1C2D6554C15B}" dt="2026-03-17T16:23:39.256" v="4842" actId="21"/>
          <ac:picMkLst>
            <pc:docMk/>
            <pc:sldMk cId="0" sldId="277"/>
            <ac:picMk id="12" creationId="{CB407761-126A-8F2A-3A5B-4FDECE90D6C9}"/>
          </ac:picMkLst>
        </pc:picChg>
      </pc:sldChg>
      <pc:sldChg chg="addSp modSp add mod setBg">
        <pc:chgData name="Francisco Silva" userId="a288cbaf746e6d0a" providerId="LiveId" clId="{4EFD071F-5353-44F5-81BE-1C2D6554C15B}" dt="2026-03-07T03:53:16.739" v="1064" actId="207"/>
        <pc:sldMkLst>
          <pc:docMk/>
          <pc:sldMk cId="0" sldId="278"/>
        </pc:sldMkLst>
        <pc:spChg chg="add mod">
          <ac:chgData name="Francisco Silva" userId="a288cbaf746e6d0a" providerId="LiveId" clId="{4EFD071F-5353-44F5-81BE-1C2D6554C15B}" dt="2026-03-07T03:53:16.739" v="1064" actId="207"/>
          <ac:spMkLst>
            <pc:docMk/>
            <pc:sldMk cId="0" sldId="278"/>
            <ac:spMk id="34" creationId="{165FD74B-79DA-23ED-55E8-07094F8039D1}"/>
          </ac:spMkLst>
        </pc:spChg>
        <pc:spChg chg="add mod">
          <ac:chgData name="Francisco Silva" userId="a288cbaf746e6d0a" providerId="LiveId" clId="{4EFD071F-5353-44F5-81BE-1C2D6554C15B}" dt="2026-03-07T02:59:43.878" v="307"/>
          <ac:spMkLst>
            <pc:docMk/>
            <pc:sldMk cId="0" sldId="278"/>
            <ac:spMk id="35" creationId="{41064285-E4DC-E9BB-6886-354EDD050043}"/>
          </ac:spMkLst>
        </pc:spChg>
      </pc:sldChg>
      <pc:sldChg chg="add setBg">
        <pc:chgData name="Francisco Silva" userId="a288cbaf746e6d0a" providerId="LiveId" clId="{4EFD071F-5353-44F5-81BE-1C2D6554C15B}" dt="2026-03-07T02:28:57.385" v="3"/>
        <pc:sldMkLst>
          <pc:docMk/>
          <pc:sldMk cId="0" sldId="279"/>
        </pc:sldMkLst>
      </pc:sldChg>
      <pc:sldChg chg="addSp delSp modSp add mod setBg">
        <pc:chgData name="Francisco Silva" userId="a288cbaf746e6d0a" providerId="LiveId" clId="{4EFD071F-5353-44F5-81BE-1C2D6554C15B}" dt="2026-03-07T02:55:02.587" v="211" actId="1038"/>
        <pc:sldMkLst>
          <pc:docMk/>
          <pc:sldMk cId="382049406" sldId="281"/>
        </pc:sldMkLst>
        <pc:spChg chg="add mod">
          <ac:chgData name="Francisco Silva" userId="a288cbaf746e6d0a" providerId="LiveId" clId="{4EFD071F-5353-44F5-81BE-1C2D6554C15B}" dt="2026-03-07T02:55:02.587" v="211" actId="1038"/>
          <ac:spMkLst>
            <pc:docMk/>
            <pc:sldMk cId="382049406" sldId="281"/>
            <ac:spMk id="13" creationId="{126CB09D-0BFD-09CC-0B52-045D8A1DF192}"/>
          </ac:spMkLst>
        </pc:spChg>
        <pc:spChg chg="add mod">
          <ac:chgData name="Francisco Silva" userId="a288cbaf746e6d0a" providerId="LiveId" clId="{4EFD071F-5353-44F5-81BE-1C2D6554C15B}" dt="2026-03-07T02:54:24.596" v="196" actId="1076"/>
          <ac:spMkLst>
            <pc:docMk/>
            <pc:sldMk cId="382049406" sldId="281"/>
            <ac:spMk id="14" creationId="{F1208A27-ACDC-2F0D-389D-D639A2AE77BA}"/>
          </ac:spMkLst>
        </pc:spChg>
        <pc:cxnChg chg="add mod">
          <ac:chgData name="Francisco Silva" userId="a288cbaf746e6d0a" providerId="LiveId" clId="{4EFD071F-5353-44F5-81BE-1C2D6554C15B}" dt="2026-03-07T02:54:16.895" v="195" actId="339"/>
          <ac:cxnSpMkLst>
            <pc:docMk/>
            <pc:sldMk cId="382049406" sldId="281"/>
            <ac:cxnSpMk id="16" creationId="{87E16401-53BD-06FB-8BD7-0FAEF5EF5329}"/>
          </ac:cxnSpMkLst>
        </pc:cxnChg>
      </pc:sldChg>
      <pc:sldChg chg="modSp add mod">
        <pc:chgData name="Francisco Silva" userId="a288cbaf746e6d0a" providerId="LiveId" clId="{4EFD071F-5353-44F5-81BE-1C2D6554C15B}" dt="2026-03-07T02:54:56.602" v="208" actId="1038"/>
        <pc:sldMkLst>
          <pc:docMk/>
          <pc:sldMk cId="115392157" sldId="282"/>
        </pc:sldMkLst>
        <pc:spChg chg="mod">
          <ac:chgData name="Francisco Silva" userId="a288cbaf746e6d0a" providerId="LiveId" clId="{4EFD071F-5353-44F5-81BE-1C2D6554C15B}" dt="2026-03-07T02:54:56.602" v="208" actId="1038"/>
          <ac:spMkLst>
            <pc:docMk/>
            <pc:sldMk cId="115392157" sldId="282"/>
            <ac:spMk id="13" creationId="{5D44035D-AB1C-53F3-0CCD-B524807CC57E}"/>
          </ac:spMkLst>
        </pc:spChg>
        <pc:spChg chg="mod">
          <ac:chgData name="Francisco Silva" userId="a288cbaf746e6d0a" providerId="LiveId" clId="{4EFD071F-5353-44F5-81BE-1C2D6554C15B}" dt="2026-03-07T02:54:42.600" v="200" actId="20577"/>
          <ac:spMkLst>
            <pc:docMk/>
            <pc:sldMk cId="115392157" sldId="282"/>
            <ac:spMk id="14" creationId="{7C19D1E8-29E0-C8E9-DB41-05034A11BC46}"/>
          </ac:spMkLst>
        </pc:spChg>
      </pc:sldChg>
      <pc:sldChg chg="modSp add mod">
        <pc:chgData name="Francisco Silva" userId="a288cbaf746e6d0a" providerId="LiveId" clId="{4EFD071F-5353-44F5-81BE-1C2D6554C15B}" dt="2026-03-07T02:55:23.649" v="216"/>
        <pc:sldMkLst>
          <pc:docMk/>
          <pc:sldMk cId="4114825286" sldId="283"/>
        </pc:sldMkLst>
        <pc:spChg chg="mod">
          <ac:chgData name="Francisco Silva" userId="a288cbaf746e6d0a" providerId="LiveId" clId="{4EFD071F-5353-44F5-81BE-1C2D6554C15B}" dt="2026-03-07T02:55:23.649" v="216"/>
          <ac:spMkLst>
            <pc:docMk/>
            <pc:sldMk cId="4114825286" sldId="283"/>
            <ac:spMk id="13" creationId="{586A7FFC-A886-35D2-7A56-D6C122CD8814}"/>
          </ac:spMkLst>
        </pc:spChg>
        <pc:spChg chg="mod">
          <ac:chgData name="Francisco Silva" userId="a288cbaf746e6d0a" providerId="LiveId" clId="{4EFD071F-5353-44F5-81BE-1C2D6554C15B}" dt="2026-03-07T02:55:20.465" v="215" actId="6549"/>
          <ac:spMkLst>
            <pc:docMk/>
            <pc:sldMk cId="4114825286" sldId="283"/>
            <ac:spMk id="14" creationId="{7E90CD51-2298-5ED9-5E21-B71BDE7A1FCD}"/>
          </ac:spMkLst>
        </pc:spChg>
      </pc:sldChg>
      <pc:sldChg chg="modSp add mod">
        <pc:chgData name="Francisco Silva" userId="a288cbaf746e6d0a" providerId="LiveId" clId="{4EFD071F-5353-44F5-81BE-1C2D6554C15B}" dt="2026-03-07T02:55:38.900" v="221"/>
        <pc:sldMkLst>
          <pc:docMk/>
          <pc:sldMk cId="2422377268" sldId="284"/>
        </pc:sldMkLst>
        <pc:spChg chg="mod">
          <ac:chgData name="Francisco Silva" userId="a288cbaf746e6d0a" providerId="LiveId" clId="{4EFD071F-5353-44F5-81BE-1C2D6554C15B}" dt="2026-03-07T02:55:38.900" v="221"/>
          <ac:spMkLst>
            <pc:docMk/>
            <pc:sldMk cId="2422377268" sldId="284"/>
            <ac:spMk id="13" creationId="{C601B13D-B0FC-5590-8AC1-F4FED5C4117A}"/>
          </ac:spMkLst>
        </pc:spChg>
        <pc:spChg chg="mod">
          <ac:chgData name="Francisco Silva" userId="a288cbaf746e6d0a" providerId="LiveId" clId="{4EFD071F-5353-44F5-81BE-1C2D6554C15B}" dt="2026-03-07T02:55:36.131" v="220" actId="20577"/>
          <ac:spMkLst>
            <pc:docMk/>
            <pc:sldMk cId="2422377268" sldId="284"/>
            <ac:spMk id="14" creationId="{6C286057-B071-1602-9CEB-9A98C3BB810D}"/>
          </ac:spMkLst>
        </pc:spChg>
      </pc:sldChg>
      <pc:sldChg chg="addSp modSp add mod ord setBg">
        <pc:chgData name="Francisco Silva" userId="a288cbaf746e6d0a" providerId="LiveId" clId="{4EFD071F-5353-44F5-81BE-1C2D6554C15B}" dt="2026-03-17T15:46:51.667" v="4278"/>
        <pc:sldMkLst>
          <pc:docMk/>
          <pc:sldMk cId="0" sldId="285"/>
        </pc:sldMkLst>
        <pc:spChg chg="mod">
          <ac:chgData name="Francisco Silva" userId="a288cbaf746e6d0a" providerId="LiveId" clId="{4EFD071F-5353-44F5-81BE-1C2D6554C15B}" dt="2026-03-17T15:26:38.090" v="3895" actId="20577"/>
          <ac:spMkLst>
            <pc:docMk/>
            <pc:sldMk cId="0" sldId="285"/>
            <ac:spMk id="5" creationId="{00000000-0000-0000-0000-000000000000}"/>
          </ac:spMkLst>
        </pc:spChg>
        <pc:spChg chg="add mod">
          <ac:chgData name="Francisco Silva" userId="a288cbaf746e6d0a" providerId="LiveId" clId="{4EFD071F-5353-44F5-81BE-1C2D6554C15B}" dt="2026-03-17T15:28:23.054" v="3959" actId="20577"/>
          <ac:spMkLst>
            <pc:docMk/>
            <pc:sldMk cId="0" sldId="285"/>
            <ac:spMk id="6" creationId="{A1FE6103-BAEE-145A-186D-8B430306D66D}"/>
          </ac:spMkLst>
        </pc:spChg>
        <pc:spChg chg="mod">
          <ac:chgData name="Francisco Silva" userId="a288cbaf746e6d0a" providerId="LiveId" clId="{4EFD071F-5353-44F5-81BE-1C2D6554C15B}" dt="2026-03-17T15:28:29.362" v="3976" actId="1035"/>
          <ac:spMkLst>
            <pc:docMk/>
            <pc:sldMk cId="0" sldId="285"/>
            <ac:spMk id="20" creationId="{00000000-0000-0000-0000-000000000000}"/>
          </ac:spMkLst>
        </pc:spChg>
        <pc:spChg chg="mod">
          <ac:chgData name="Francisco Silva" userId="a288cbaf746e6d0a" providerId="LiveId" clId="{4EFD071F-5353-44F5-81BE-1C2D6554C15B}" dt="2026-03-17T15:28:29.362" v="3976" actId="1035"/>
          <ac:spMkLst>
            <pc:docMk/>
            <pc:sldMk cId="0" sldId="285"/>
            <ac:spMk id="21" creationId="{00000000-0000-0000-0000-000000000000}"/>
          </ac:spMkLst>
        </pc:spChg>
        <pc:spChg chg="mod">
          <ac:chgData name="Francisco Silva" userId="a288cbaf746e6d0a" providerId="LiveId" clId="{4EFD071F-5353-44F5-81BE-1C2D6554C15B}" dt="2026-03-17T15:28:29.362" v="3976" actId="1035"/>
          <ac:spMkLst>
            <pc:docMk/>
            <pc:sldMk cId="0" sldId="285"/>
            <ac:spMk id="22" creationId="{00000000-0000-0000-0000-000000000000}"/>
          </ac:spMkLst>
        </pc:spChg>
        <pc:spChg chg="mod">
          <ac:chgData name="Francisco Silva" userId="a288cbaf746e6d0a" providerId="LiveId" clId="{4EFD071F-5353-44F5-81BE-1C2D6554C15B}" dt="2026-03-17T15:28:29.362" v="3976" actId="1035"/>
          <ac:spMkLst>
            <pc:docMk/>
            <pc:sldMk cId="0" sldId="285"/>
            <ac:spMk id="23" creationId="{00000000-0000-0000-0000-000000000000}"/>
          </ac:spMkLst>
        </pc:spChg>
        <pc:spChg chg="mod">
          <ac:chgData name="Francisco Silva" userId="a288cbaf746e6d0a" providerId="LiveId" clId="{4EFD071F-5353-44F5-81BE-1C2D6554C15B}" dt="2026-03-17T15:28:29.362" v="3976" actId="1035"/>
          <ac:spMkLst>
            <pc:docMk/>
            <pc:sldMk cId="0" sldId="285"/>
            <ac:spMk id="25" creationId="{00000000-0000-0000-0000-000000000000}"/>
          </ac:spMkLst>
        </pc:spChg>
        <pc:spChg chg="mod">
          <ac:chgData name="Francisco Silva" userId="a288cbaf746e6d0a" providerId="LiveId" clId="{4EFD071F-5353-44F5-81BE-1C2D6554C15B}" dt="2026-03-17T15:28:29.362" v="3976" actId="1035"/>
          <ac:spMkLst>
            <pc:docMk/>
            <pc:sldMk cId="0" sldId="285"/>
            <ac:spMk id="26" creationId="{00000000-0000-0000-0000-000000000000}"/>
          </ac:spMkLst>
        </pc:spChg>
        <pc:spChg chg="mod">
          <ac:chgData name="Francisco Silva" userId="a288cbaf746e6d0a" providerId="LiveId" clId="{4EFD071F-5353-44F5-81BE-1C2D6554C15B}" dt="2026-03-17T15:28:29.362" v="3976" actId="1035"/>
          <ac:spMkLst>
            <pc:docMk/>
            <pc:sldMk cId="0" sldId="285"/>
            <ac:spMk id="27" creationId="{00000000-0000-0000-0000-000000000000}"/>
          </ac:spMkLst>
        </pc:spChg>
        <pc:spChg chg="mod">
          <ac:chgData name="Francisco Silva" userId="a288cbaf746e6d0a" providerId="LiveId" clId="{4EFD071F-5353-44F5-81BE-1C2D6554C15B}" dt="2026-03-17T15:28:29.362" v="3976" actId="1035"/>
          <ac:spMkLst>
            <pc:docMk/>
            <pc:sldMk cId="0" sldId="285"/>
            <ac:spMk id="28" creationId="{00000000-0000-0000-0000-000000000000}"/>
          </ac:spMkLst>
        </pc:spChg>
        <pc:spChg chg="mod">
          <ac:chgData name="Francisco Silva" userId="a288cbaf746e6d0a" providerId="LiveId" clId="{4EFD071F-5353-44F5-81BE-1C2D6554C15B}" dt="2026-03-17T15:29:57.697" v="4037" actId="5793"/>
          <ac:spMkLst>
            <pc:docMk/>
            <pc:sldMk cId="0" sldId="285"/>
            <ac:spMk id="41" creationId="{00000000-0000-0000-0000-000000000000}"/>
          </ac:spMkLst>
        </pc:spChg>
        <pc:spChg chg="mod">
          <ac:chgData name="Francisco Silva" userId="a288cbaf746e6d0a" providerId="LiveId" clId="{4EFD071F-5353-44F5-81BE-1C2D6554C15B}" dt="2026-03-17T15:28:29.362" v="3976" actId="1035"/>
          <ac:spMkLst>
            <pc:docMk/>
            <pc:sldMk cId="0" sldId="285"/>
            <ac:spMk id="42" creationId="{00000000-0000-0000-0000-000000000000}"/>
          </ac:spMkLst>
        </pc:spChg>
        <pc:spChg chg="mod">
          <ac:chgData name="Francisco Silva" userId="a288cbaf746e6d0a" providerId="LiveId" clId="{4EFD071F-5353-44F5-81BE-1C2D6554C15B}" dt="2026-03-17T15:30:59.783" v="4082" actId="20577"/>
          <ac:spMkLst>
            <pc:docMk/>
            <pc:sldMk cId="0" sldId="285"/>
            <ac:spMk id="43" creationId="{00000000-0000-0000-0000-000000000000}"/>
          </ac:spMkLst>
        </pc:spChg>
      </pc:sldChg>
      <pc:sldChg chg="addSp modSp add mod ord setBg">
        <pc:chgData name="Francisco Silva" userId="a288cbaf746e6d0a" providerId="LiveId" clId="{4EFD071F-5353-44F5-81BE-1C2D6554C15B}" dt="2026-03-17T15:46:51.667" v="4278"/>
        <pc:sldMkLst>
          <pc:docMk/>
          <pc:sldMk cId="0" sldId="286"/>
        </pc:sldMkLst>
        <pc:spChg chg="mod">
          <ac:chgData name="Francisco Silva" userId="a288cbaf746e6d0a" providerId="LiveId" clId="{4EFD071F-5353-44F5-81BE-1C2D6554C15B}" dt="2026-03-17T15:27:52.298" v="3944" actId="20577"/>
          <ac:spMkLst>
            <pc:docMk/>
            <pc:sldMk cId="0" sldId="286"/>
            <ac:spMk id="5" creationId="{00000000-0000-0000-0000-000000000000}"/>
          </ac:spMkLst>
        </pc:spChg>
        <pc:spChg chg="add mod">
          <ac:chgData name="Francisco Silva" userId="a288cbaf746e6d0a" providerId="LiveId" clId="{4EFD071F-5353-44F5-81BE-1C2D6554C15B}" dt="2026-03-17T15:27:09.336" v="3918"/>
          <ac:spMkLst>
            <pc:docMk/>
            <pc:sldMk cId="0" sldId="286"/>
            <ac:spMk id="6" creationId="{E371B132-0C33-4CCB-7BFD-19EA8BA68122}"/>
          </ac:spMkLst>
        </pc:spChg>
        <pc:spChg chg="mod">
          <ac:chgData name="Francisco Silva" userId="a288cbaf746e6d0a" providerId="LiveId" clId="{4EFD071F-5353-44F5-81BE-1C2D6554C15B}" dt="2026-03-17T15:27:50.213" v="3943" actId="14100"/>
          <ac:spMkLst>
            <pc:docMk/>
            <pc:sldMk cId="0" sldId="286"/>
            <ac:spMk id="10" creationId="{00000000-0000-0000-0000-000000000000}"/>
          </ac:spMkLst>
        </pc:spChg>
        <pc:spChg chg="mod">
          <ac:chgData name="Francisco Silva" userId="a288cbaf746e6d0a" providerId="LiveId" clId="{4EFD071F-5353-44F5-81BE-1C2D6554C15B}" dt="2026-03-17T15:27:34.954" v="3940" actId="1036"/>
          <ac:spMkLst>
            <pc:docMk/>
            <pc:sldMk cId="0" sldId="286"/>
            <ac:spMk id="11" creationId="{00000000-0000-0000-0000-000000000000}"/>
          </ac:spMkLst>
        </pc:spChg>
        <pc:spChg chg="mod">
          <ac:chgData name="Francisco Silva" userId="a288cbaf746e6d0a" providerId="LiveId" clId="{4EFD071F-5353-44F5-81BE-1C2D6554C15B}" dt="2026-03-17T15:27:34.954" v="3940" actId="1036"/>
          <ac:spMkLst>
            <pc:docMk/>
            <pc:sldMk cId="0" sldId="286"/>
            <ac:spMk id="12" creationId="{00000000-0000-0000-0000-000000000000}"/>
          </ac:spMkLst>
        </pc:spChg>
        <pc:spChg chg="mod">
          <ac:chgData name="Francisco Silva" userId="a288cbaf746e6d0a" providerId="LiveId" clId="{4EFD071F-5353-44F5-81BE-1C2D6554C15B}" dt="2026-03-17T15:27:50.213" v="3943" actId="14100"/>
          <ac:spMkLst>
            <pc:docMk/>
            <pc:sldMk cId="0" sldId="286"/>
            <ac:spMk id="20" creationId="{00000000-0000-0000-0000-000000000000}"/>
          </ac:spMkLst>
        </pc:spChg>
        <pc:spChg chg="mod">
          <ac:chgData name="Francisco Silva" userId="a288cbaf746e6d0a" providerId="LiveId" clId="{4EFD071F-5353-44F5-81BE-1C2D6554C15B}" dt="2026-03-17T15:27:34.954" v="3940" actId="1036"/>
          <ac:spMkLst>
            <pc:docMk/>
            <pc:sldMk cId="0" sldId="286"/>
            <ac:spMk id="21" creationId="{00000000-0000-0000-0000-000000000000}"/>
          </ac:spMkLst>
        </pc:spChg>
        <pc:spChg chg="mod">
          <ac:chgData name="Francisco Silva" userId="a288cbaf746e6d0a" providerId="LiveId" clId="{4EFD071F-5353-44F5-81BE-1C2D6554C15B}" dt="2026-03-17T15:27:34.954" v="3940" actId="1036"/>
          <ac:spMkLst>
            <pc:docMk/>
            <pc:sldMk cId="0" sldId="286"/>
            <ac:spMk id="22" creationId="{00000000-0000-0000-0000-000000000000}"/>
          </ac:spMkLst>
        </pc:spChg>
        <pc:spChg chg="mod">
          <ac:chgData name="Francisco Silva" userId="a288cbaf746e6d0a" providerId="LiveId" clId="{4EFD071F-5353-44F5-81BE-1C2D6554C15B}" dt="2026-03-17T15:27:50.213" v="3943" actId="14100"/>
          <ac:spMkLst>
            <pc:docMk/>
            <pc:sldMk cId="0" sldId="286"/>
            <ac:spMk id="30" creationId="{00000000-0000-0000-0000-000000000000}"/>
          </ac:spMkLst>
        </pc:spChg>
        <pc:spChg chg="mod">
          <ac:chgData name="Francisco Silva" userId="a288cbaf746e6d0a" providerId="LiveId" clId="{4EFD071F-5353-44F5-81BE-1C2D6554C15B}" dt="2026-03-17T15:27:34.954" v="3940" actId="1036"/>
          <ac:spMkLst>
            <pc:docMk/>
            <pc:sldMk cId="0" sldId="286"/>
            <ac:spMk id="31" creationId="{00000000-0000-0000-0000-000000000000}"/>
          </ac:spMkLst>
        </pc:spChg>
        <pc:spChg chg="mod">
          <ac:chgData name="Francisco Silva" userId="a288cbaf746e6d0a" providerId="LiveId" clId="{4EFD071F-5353-44F5-81BE-1C2D6554C15B}" dt="2026-03-17T15:27:34.954" v="3940" actId="1036"/>
          <ac:spMkLst>
            <pc:docMk/>
            <pc:sldMk cId="0" sldId="286"/>
            <ac:spMk id="32" creationId="{00000000-0000-0000-0000-000000000000}"/>
          </ac:spMkLst>
        </pc:spChg>
      </pc:sldChg>
      <pc:sldChg chg="addSp delSp modSp add mod ord setBg">
        <pc:chgData name="Francisco Silva" userId="a288cbaf746e6d0a" providerId="LiveId" clId="{4EFD071F-5353-44F5-81BE-1C2D6554C15B}" dt="2026-03-17T15:50:12.705" v="4292" actId="478"/>
        <pc:sldMkLst>
          <pc:docMk/>
          <pc:sldMk cId="0" sldId="287"/>
        </pc:sldMkLst>
        <pc:spChg chg="add del mod">
          <ac:chgData name="Francisco Silva" userId="a288cbaf746e6d0a" providerId="LiveId" clId="{4EFD071F-5353-44F5-81BE-1C2D6554C15B}" dt="2026-03-17T15:34:14.583" v="4144" actId="1035"/>
          <ac:spMkLst>
            <pc:docMk/>
            <pc:sldMk cId="0" sldId="287"/>
            <ac:spMk id="5" creationId="{00000000-0000-0000-0000-000000000000}"/>
          </ac:spMkLst>
        </pc:spChg>
        <pc:spChg chg="add mod">
          <ac:chgData name="Francisco Silva" userId="a288cbaf746e6d0a" providerId="LiveId" clId="{4EFD071F-5353-44F5-81BE-1C2D6554C15B}" dt="2026-03-17T15:32:22.348" v="4112" actId="20577"/>
          <ac:spMkLst>
            <pc:docMk/>
            <pc:sldMk cId="0" sldId="287"/>
            <ac:spMk id="6" creationId="{56DBFB5A-DABA-15C4-632F-293CD9CF4816}"/>
          </ac:spMkLst>
        </pc:spChg>
        <pc:spChg chg="add mod">
          <ac:chgData name="Francisco Silva" userId="a288cbaf746e6d0a" providerId="LiveId" clId="{4EFD071F-5353-44F5-81BE-1C2D6554C15B}" dt="2026-03-17T15:31:48.477" v="4086"/>
          <ac:spMkLst>
            <pc:docMk/>
            <pc:sldMk cId="0" sldId="287"/>
            <ac:spMk id="7" creationId="{DA63C9B6-29D8-225A-53C9-C12AD88519A3}"/>
          </ac:spMkLst>
        </pc:spChg>
        <pc:spChg chg="mod">
          <ac:chgData name="Francisco Silva" userId="a288cbaf746e6d0a" providerId="LiveId" clId="{4EFD071F-5353-44F5-81BE-1C2D6554C15B}" dt="2026-03-17T15:37:56.938" v="4210" actId="1076"/>
          <ac:spMkLst>
            <pc:docMk/>
            <pc:sldMk cId="0" sldId="287"/>
            <ac:spMk id="10" creationId="{00000000-0000-0000-0000-000000000000}"/>
          </ac:spMkLst>
        </pc:spChg>
        <pc:spChg chg="mod">
          <ac:chgData name="Francisco Silva" userId="a288cbaf746e6d0a" providerId="LiveId" clId="{4EFD071F-5353-44F5-81BE-1C2D6554C15B}" dt="2026-03-17T15:37:56.938" v="4210" actId="1076"/>
          <ac:spMkLst>
            <pc:docMk/>
            <pc:sldMk cId="0" sldId="287"/>
            <ac:spMk id="11" creationId="{00000000-0000-0000-0000-000000000000}"/>
          </ac:spMkLst>
        </pc:spChg>
        <pc:spChg chg="mod">
          <ac:chgData name="Francisco Silva" userId="a288cbaf746e6d0a" providerId="LiveId" clId="{4EFD071F-5353-44F5-81BE-1C2D6554C15B}" dt="2026-03-17T15:37:51.661" v="4209" actId="14100"/>
          <ac:spMkLst>
            <pc:docMk/>
            <pc:sldMk cId="0" sldId="287"/>
            <ac:spMk id="12" creationId="{00000000-0000-0000-0000-000000000000}"/>
          </ac:spMkLst>
        </pc:spChg>
        <pc:spChg chg="mod">
          <ac:chgData name="Francisco Silva" userId="a288cbaf746e6d0a" providerId="LiveId" clId="{4EFD071F-5353-44F5-81BE-1C2D6554C15B}" dt="2026-03-17T15:36:37.244" v="4192" actId="1076"/>
          <ac:spMkLst>
            <pc:docMk/>
            <pc:sldMk cId="0" sldId="287"/>
            <ac:spMk id="13" creationId="{00000000-0000-0000-0000-000000000000}"/>
          </ac:spMkLst>
        </pc:spChg>
        <pc:spChg chg="add del mod">
          <ac:chgData name="Francisco Silva" userId="a288cbaf746e6d0a" providerId="LiveId" clId="{4EFD071F-5353-44F5-81BE-1C2D6554C15B}" dt="2026-03-17T15:36:31.632" v="4191" actId="478"/>
          <ac:spMkLst>
            <pc:docMk/>
            <pc:sldMk cId="0" sldId="287"/>
            <ac:spMk id="50" creationId="{00000000-0000-0000-0000-000000000000}"/>
          </ac:spMkLst>
        </pc:spChg>
        <pc:spChg chg="add del mod">
          <ac:chgData name="Francisco Silva" userId="a288cbaf746e6d0a" providerId="LiveId" clId="{4EFD071F-5353-44F5-81BE-1C2D6554C15B}" dt="2026-03-17T15:36:31.632" v="4191" actId="478"/>
          <ac:spMkLst>
            <pc:docMk/>
            <pc:sldMk cId="0" sldId="287"/>
            <ac:spMk id="51" creationId="{00000000-0000-0000-0000-000000000000}"/>
          </ac:spMkLst>
        </pc:spChg>
        <pc:spChg chg="add del mod">
          <ac:chgData name="Francisco Silva" userId="a288cbaf746e6d0a" providerId="LiveId" clId="{4EFD071F-5353-44F5-81BE-1C2D6554C15B}" dt="2026-03-17T15:36:31.632" v="4191" actId="478"/>
          <ac:spMkLst>
            <pc:docMk/>
            <pc:sldMk cId="0" sldId="287"/>
            <ac:spMk id="60" creationId="{00000000-0000-0000-0000-000000000000}"/>
          </ac:spMkLst>
        </pc:spChg>
        <pc:spChg chg="add del mod">
          <ac:chgData name="Francisco Silva" userId="a288cbaf746e6d0a" providerId="LiveId" clId="{4EFD071F-5353-44F5-81BE-1C2D6554C15B}" dt="2026-03-17T15:36:31.632" v="4191" actId="478"/>
          <ac:spMkLst>
            <pc:docMk/>
            <pc:sldMk cId="0" sldId="287"/>
            <ac:spMk id="61" creationId="{00000000-0000-0000-0000-000000000000}"/>
          </ac:spMkLst>
        </pc:spChg>
        <pc:spChg chg="add del mod">
          <ac:chgData name="Francisco Silva" userId="a288cbaf746e6d0a" providerId="LiveId" clId="{4EFD071F-5353-44F5-81BE-1C2D6554C15B}" dt="2026-03-17T15:36:31.632" v="4191" actId="478"/>
          <ac:spMkLst>
            <pc:docMk/>
            <pc:sldMk cId="0" sldId="287"/>
            <ac:spMk id="62" creationId="{00000000-0000-0000-0000-000000000000}"/>
          </ac:spMkLst>
        </pc:spChg>
        <pc:spChg chg="add del mod">
          <ac:chgData name="Francisco Silva" userId="a288cbaf746e6d0a" providerId="LiveId" clId="{4EFD071F-5353-44F5-81BE-1C2D6554C15B}" dt="2026-03-17T15:36:31.632" v="4191" actId="478"/>
          <ac:spMkLst>
            <pc:docMk/>
            <pc:sldMk cId="0" sldId="287"/>
            <ac:spMk id="64" creationId="{00000000-0000-0000-0000-000000000000}"/>
          </ac:spMkLst>
        </pc:spChg>
        <pc:spChg chg="add del mod">
          <ac:chgData name="Francisco Silva" userId="a288cbaf746e6d0a" providerId="LiveId" clId="{4EFD071F-5353-44F5-81BE-1C2D6554C15B}" dt="2026-03-17T15:36:31.632" v="4191" actId="478"/>
          <ac:spMkLst>
            <pc:docMk/>
            <pc:sldMk cId="0" sldId="287"/>
            <ac:spMk id="65" creationId="{00000000-0000-0000-0000-000000000000}"/>
          </ac:spMkLst>
        </pc:spChg>
        <pc:spChg chg="add del mod">
          <ac:chgData name="Francisco Silva" userId="a288cbaf746e6d0a" providerId="LiveId" clId="{4EFD071F-5353-44F5-81BE-1C2D6554C15B}" dt="2026-03-17T15:36:31.632" v="4191" actId="478"/>
          <ac:spMkLst>
            <pc:docMk/>
            <pc:sldMk cId="0" sldId="287"/>
            <ac:spMk id="66" creationId="{00000000-0000-0000-0000-000000000000}"/>
          </ac:spMkLst>
        </pc:spChg>
        <pc:spChg chg="add del mod">
          <ac:chgData name="Francisco Silva" userId="a288cbaf746e6d0a" providerId="LiveId" clId="{4EFD071F-5353-44F5-81BE-1C2D6554C15B}" dt="2026-03-17T15:36:31.632" v="4191" actId="478"/>
          <ac:spMkLst>
            <pc:docMk/>
            <pc:sldMk cId="0" sldId="287"/>
            <ac:spMk id="67" creationId="{00000000-0000-0000-0000-000000000000}"/>
          </ac:spMkLst>
        </pc:spChg>
        <pc:spChg chg="add del mod">
          <ac:chgData name="Francisco Silva" userId="a288cbaf746e6d0a" providerId="LiveId" clId="{4EFD071F-5353-44F5-81BE-1C2D6554C15B}" dt="2026-03-17T15:36:31.632" v="4191" actId="478"/>
          <ac:spMkLst>
            <pc:docMk/>
            <pc:sldMk cId="0" sldId="287"/>
            <ac:spMk id="68" creationId="{00000000-0000-0000-0000-000000000000}"/>
          </ac:spMkLst>
        </pc:spChg>
        <pc:picChg chg="add del mod modCrop">
          <ac:chgData name="Francisco Silva" userId="a288cbaf746e6d0a" providerId="LiveId" clId="{4EFD071F-5353-44F5-81BE-1C2D6554C15B}" dt="2026-03-17T15:50:12.705" v="4292" actId="478"/>
          <ac:picMkLst>
            <pc:docMk/>
            <pc:sldMk cId="0" sldId="287"/>
            <ac:picMk id="9" creationId="{3308D9EE-A468-A5C3-3EC9-B5B0C518F6D9}"/>
          </ac:picMkLst>
        </pc:picChg>
        <pc:picChg chg="add del mod">
          <ac:chgData name="Francisco Silva" userId="a288cbaf746e6d0a" providerId="LiveId" clId="{4EFD071F-5353-44F5-81BE-1C2D6554C15B}" dt="2026-03-17T15:50:12.705" v="4292" actId="478"/>
          <ac:picMkLst>
            <pc:docMk/>
            <pc:sldMk cId="0" sldId="287"/>
            <ac:picMk id="14" creationId="{6EEEF029-E75A-CB96-B301-92ADFF9899D9}"/>
          </ac:picMkLst>
        </pc:picChg>
      </pc:sldChg>
      <pc:sldChg chg="addSp delSp modSp add mod ord setBg">
        <pc:chgData name="Francisco Silva" userId="a288cbaf746e6d0a" providerId="LiveId" clId="{4EFD071F-5353-44F5-81BE-1C2D6554C15B}" dt="2026-03-17T15:23:40.355" v="3749" actId="20577"/>
        <pc:sldMkLst>
          <pc:docMk/>
          <pc:sldMk cId="0" sldId="288"/>
        </pc:sldMkLst>
        <pc:spChg chg="del">
          <ac:chgData name="Francisco Silva" userId="a288cbaf746e6d0a" providerId="LiveId" clId="{4EFD071F-5353-44F5-81BE-1C2D6554C15B}" dt="2026-03-17T14:43:23.281" v="1298" actId="478"/>
          <ac:spMkLst>
            <pc:docMk/>
            <pc:sldMk cId="0" sldId="288"/>
            <ac:spMk id="5" creationId="{00000000-0000-0000-0000-000000000000}"/>
          </ac:spMkLst>
        </pc:spChg>
        <pc:spChg chg="add del">
          <ac:chgData name="Francisco Silva" userId="a288cbaf746e6d0a" providerId="LiveId" clId="{4EFD071F-5353-44F5-81BE-1C2D6554C15B}" dt="2026-03-17T14:39:28.890" v="1297" actId="22"/>
          <ac:spMkLst>
            <pc:docMk/>
            <pc:sldMk cId="0" sldId="288"/>
            <ac:spMk id="7" creationId="{B9FDF1FF-8D6A-A0CC-30CF-D2D26BD6A66B}"/>
          </ac:spMkLst>
        </pc:spChg>
        <pc:spChg chg="add mod">
          <ac:chgData name="Francisco Silva" userId="a288cbaf746e6d0a" providerId="LiveId" clId="{4EFD071F-5353-44F5-81BE-1C2D6554C15B}" dt="2026-03-17T14:43:29.439" v="1319" actId="20577"/>
          <ac:spMkLst>
            <pc:docMk/>
            <pc:sldMk cId="0" sldId="288"/>
            <ac:spMk id="8" creationId="{75BA037F-3069-8227-DF31-F9CC626E7659}"/>
          </ac:spMkLst>
        </pc:spChg>
        <pc:spChg chg="del">
          <ac:chgData name="Francisco Silva" userId="a288cbaf746e6d0a" providerId="LiveId" clId="{4EFD071F-5353-44F5-81BE-1C2D6554C15B}" dt="2026-03-17T14:39:26.302" v="1295" actId="478"/>
          <ac:spMkLst>
            <pc:docMk/>
            <pc:sldMk cId="0" sldId="288"/>
            <ac:spMk id="11" creationId="{00000000-0000-0000-0000-000000000000}"/>
          </ac:spMkLst>
        </pc:spChg>
        <pc:spChg chg="add mod">
          <ac:chgData name="Francisco Silva" userId="a288cbaf746e6d0a" providerId="LiveId" clId="{4EFD071F-5353-44F5-81BE-1C2D6554C15B}" dt="2026-03-17T15:23:02.798" v="3730" actId="1035"/>
          <ac:spMkLst>
            <pc:docMk/>
            <pc:sldMk cId="0" sldId="288"/>
            <ac:spMk id="12" creationId="{1D0521EB-4118-23B0-A619-434ED712E39B}"/>
          </ac:spMkLst>
        </pc:spChg>
        <pc:spChg chg="add mod">
          <ac:chgData name="Francisco Silva" userId="a288cbaf746e6d0a" providerId="LiveId" clId="{4EFD071F-5353-44F5-81BE-1C2D6554C15B}" dt="2026-03-17T15:23:40.355" v="3749" actId="20577"/>
          <ac:spMkLst>
            <pc:docMk/>
            <pc:sldMk cId="0" sldId="288"/>
            <ac:spMk id="13" creationId="{03927F11-639E-B07C-7558-A10BD608AB21}"/>
          </ac:spMkLst>
        </pc:spChg>
        <pc:spChg chg="del">
          <ac:chgData name="Francisco Silva" userId="a288cbaf746e6d0a" providerId="LiveId" clId="{4EFD071F-5353-44F5-81BE-1C2D6554C15B}" dt="2026-03-17T14:39:26.302" v="1295" actId="478"/>
          <ac:spMkLst>
            <pc:docMk/>
            <pc:sldMk cId="0" sldId="288"/>
            <ac:spMk id="21" creationId="{00000000-0000-0000-0000-000000000000}"/>
          </ac:spMkLst>
        </pc:spChg>
        <pc:spChg chg="del">
          <ac:chgData name="Francisco Silva" userId="a288cbaf746e6d0a" providerId="LiveId" clId="{4EFD071F-5353-44F5-81BE-1C2D6554C15B}" dt="2026-03-17T14:39:26.302" v="1295" actId="478"/>
          <ac:spMkLst>
            <pc:docMk/>
            <pc:sldMk cId="0" sldId="288"/>
            <ac:spMk id="23" creationId="{00000000-0000-0000-0000-000000000000}"/>
          </ac:spMkLst>
        </pc:spChg>
        <pc:spChg chg="del">
          <ac:chgData name="Francisco Silva" userId="a288cbaf746e6d0a" providerId="LiveId" clId="{4EFD071F-5353-44F5-81BE-1C2D6554C15B}" dt="2026-03-17T14:39:26.302" v="1295" actId="478"/>
          <ac:spMkLst>
            <pc:docMk/>
            <pc:sldMk cId="0" sldId="288"/>
            <ac:spMk id="31" creationId="{00000000-0000-0000-0000-000000000000}"/>
          </ac:spMkLst>
        </pc:spChg>
        <pc:spChg chg="del">
          <ac:chgData name="Francisco Silva" userId="a288cbaf746e6d0a" providerId="LiveId" clId="{4EFD071F-5353-44F5-81BE-1C2D6554C15B}" dt="2026-03-17T14:39:26.302" v="1295" actId="478"/>
          <ac:spMkLst>
            <pc:docMk/>
            <pc:sldMk cId="0" sldId="288"/>
            <ac:spMk id="32" creationId="{00000000-0000-0000-0000-000000000000}"/>
          </ac:spMkLst>
        </pc:spChg>
        <pc:spChg chg="del">
          <ac:chgData name="Francisco Silva" userId="a288cbaf746e6d0a" providerId="LiveId" clId="{4EFD071F-5353-44F5-81BE-1C2D6554C15B}" dt="2026-03-17T14:39:26.302" v="1295" actId="478"/>
          <ac:spMkLst>
            <pc:docMk/>
            <pc:sldMk cId="0" sldId="288"/>
            <ac:spMk id="40" creationId="{00000000-0000-0000-0000-000000000000}"/>
          </ac:spMkLst>
        </pc:spChg>
        <pc:spChg chg="del">
          <ac:chgData name="Francisco Silva" userId="a288cbaf746e6d0a" providerId="LiveId" clId="{4EFD071F-5353-44F5-81BE-1C2D6554C15B}" dt="2026-03-17T14:39:26.302" v="1295" actId="478"/>
          <ac:spMkLst>
            <pc:docMk/>
            <pc:sldMk cId="0" sldId="288"/>
            <ac:spMk id="43" creationId="{00000000-0000-0000-0000-000000000000}"/>
          </ac:spMkLst>
        </pc:spChg>
        <pc:spChg chg="del">
          <ac:chgData name="Francisco Silva" userId="a288cbaf746e6d0a" providerId="LiveId" clId="{4EFD071F-5353-44F5-81BE-1C2D6554C15B}" dt="2026-03-17T14:39:26.302" v="1295" actId="478"/>
          <ac:spMkLst>
            <pc:docMk/>
            <pc:sldMk cId="0" sldId="288"/>
            <ac:spMk id="53" creationId="{00000000-0000-0000-0000-000000000000}"/>
          </ac:spMkLst>
        </pc:spChg>
        <pc:spChg chg="del">
          <ac:chgData name="Francisco Silva" userId="a288cbaf746e6d0a" providerId="LiveId" clId="{4EFD071F-5353-44F5-81BE-1C2D6554C15B}" dt="2026-03-17T14:39:26.302" v="1295" actId="478"/>
          <ac:spMkLst>
            <pc:docMk/>
            <pc:sldMk cId="0" sldId="288"/>
            <ac:spMk id="60" creationId="{00000000-0000-0000-0000-000000000000}"/>
          </ac:spMkLst>
        </pc:spChg>
        <pc:spChg chg="del">
          <ac:chgData name="Francisco Silva" userId="a288cbaf746e6d0a" providerId="LiveId" clId="{4EFD071F-5353-44F5-81BE-1C2D6554C15B}" dt="2026-03-17T14:39:26.302" v="1295" actId="478"/>
          <ac:spMkLst>
            <pc:docMk/>
            <pc:sldMk cId="0" sldId="288"/>
            <ac:spMk id="61" creationId="{00000000-0000-0000-0000-000000000000}"/>
          </ac:spMkLst>
        </pc:spChg>
        <pc:graphicFrameChg chg="add mod modGraphic">
          <ac:chgData name="Francisco Silva" userId="a288cbaf746e6d0a" providerId="LiveId" clId="{4EFD071F-5353-44F5-81BE-1C2D6554C15B}" dt="2026-03-17T14:52:42.683" v="1750" actId="404"/>
          <ac:graphicFrameMkLst>
            <pc:docMk/>
            <pc:sldMk cId="0" sldId="288"/>
            <ac:graphicFrameMk id="9" creationId="{5FB4740F-FEEC-A8FC-50D0-5E5FB64FBA6D}"/>
          </ac:graphicFrameMkLst>
        </pc:graphicFrameChg>
      </pc:sldChg>
      <pc:sldChg chg="modSp add mod ord setBg">
        <pc:chgData name="Francisco Silva" userId="a288cbaf746e6d0a" providerId="LiveId" clId="{4EFD071F-5353-44F5-81BE-1C2D6554C15B}" dt="2026-03-17T15:26:20.070" v="3887" actId="6549"/>
        <pc:sldMkLst>
          <pc:docMk/>
          <pc:sldMk cId="0" sldId="289"/>
        </pc:sldMkLst>
        <pc:spChg chg="mod">
          <ac:chgData name="Francisco Silva" userId="a288cbaf746e6d0a" providerId="LiveId" clId="{4EFD071F-5353-44F5-81BE-1C2D6554C15B}" dt="2026-03-17T15:24:31.059" v="3780" actId="20577"/>
          <ac:spMkLst>
            <pc:docMk/>
            <pc:sldMk cId="0" sldId="289"/>
            <ac:spMk id="12" creationId="{00000000-0000-0000-0000-000000000000}"/>
          </ac:spMkLst>
        </pc:spChg>
        <pc:spChg chg="mod">
          <ac:chgData name="Francisco Silva" userId="a288cbaf746e6d0a" providerId="LiveId" clId="{4EFD071F-5353-44F5-81BE-1C2D6554C15B}" dt="2026-03-17T15:26:20.070" v="3887" actId="6549"/>
          <ac:spMkLst>
            <pc:docMk/>
            <pc:sldMk cId="0" sldId="289"/>
            <ac:spMk id="22" creationId="{00000000-0000-0000-0000-000000000000}"/>
          </ac:spMkLst>
        </pc:spChg>
      </pc:sldChg>
      <pc:sldChg chg="addSp delSp modSp add mod setBg">
        <pc:chgData name="Francisco Silva" userId="a288cbaf746e6d0a" providerId="LiveId" clId="{4EFD071F-5353-44F5-81BE-1C2D6554C15B}" dt="2026-03-17T15:42:25.795" v="4254" actId="14100"/>
        <pc:sldMkLst>
          <pc:docMk/>
          <pc:sldMk cId="0" sldId="290"/>
        </pc:sldMkLst>
        <pc:spChg chg="mod">
          <ac:chgData name="Francisco Silva" userId="a288cbaf746e6d0a" providerId="LiveId" clId="{4EFD071F-5353-44F5-81BE-1C2D6554C15B}" dt="2026-03-17T15:41:20.133" v="4246" actId="20577"/>
          <ac:spMkLst>
            <pc:docMk/>
            <pc:sldMk cId="0" sldId="290"/>
            <ac:spMk id="5" creationId="{00000000-0000-0000-0000-000000000000}"/>
          </ac:spMkLst>
        </pc:spChg>
        <pc:spChg chg="add mod">
          <ac:chgData name="Francisco Silva" userId="a288cbaf746e6d0a" providerId="LiveId" clId="{4EFD071F-5353-44F5-81BE-1C2D6554C15B}" dt="2026-03-17T15:42:22.670" v="4253" actId="14100"/>
          <ac:spMkLst>
            <pc:docMk/>
            <pc:sldMk cId="0" sldId="290"/>
            <ac:spMk id="8" creationId="{7D5E87DB-8C64-CE72-5E54-E8C7DD26EE11}"/>
          </ac:spMkLst>
        </pc:spChg>
        <pc:spChg chg="add mod">
          <ac:chgData name="Francisco Silva" userId="a288cbaf746e6d0a" providerId="LiveId" clId="{4EFD071F-5353-44F5-81BE-1C2D6554C15B}" dt="2026-03-17T15:42:25.795" v="4254" actId="14100"/>
          <ac:spMkLst>
            <pc:docMk/>
            <pc:sldMk cId="0" sldId="290"/>
            <ac:spMk id="9" creationId="{2D75AC84-A178-5D20-2E55-18EDC3E113AE}"/>
          </ac:spMkLst>
        </pc:spChg>
        <pc:spChg chg="del">
          <ac:chgData name="Francisco Silva" userId="a288cbaf746e6d0a" providerId="LiveId" clId="{4EFD071F-5353-44F5-81BE-1C2D6554C15B}" dt="2026-03-17T15:38:25.202" v="4212" actId="478"/>
          <ac:spMkLst>
            <pc:docMk/>
            <pc:sldMk cId="0" sldId="290"/>
            <ac:spMk id="10" creationId="{00000000-0000-0000-0000-000000000000}"/>
          </ac:spMkLst>
        </pc:spChg>
        <pc:spChg chg="del">
          <ac:chgData name="Francisco Silva" userId="a288cbaf746e6d0a" providerId="LiveId" clId="{4EFD071F-5353-44F5-81BE-1C2D6554C15B}" dt="2026-03-17T15:38:23.692" v="4211" actId="478"/>
          <ac:spMkLst>
            <pc:docMk/>
            <pc:sldMk cId="0" sldId="290"/>
            <ac:spMk id="11" creationId="{00000000-0000-0000-0000-000000000000}"/>
          </ac:spMkLst>
        </pc:spChg>
        <pc:spChg chg="mod ord">
          <ac:chgData name="Francisco Silva" userId="a288cbaf746e6d0a" providerId="LiveId" clId="{4EFD071F-5353-44F5-81BE-1C2D6554C15B}" dt="2026-03-17T15:42:12.538" v="4251" actId="1076"/>
          <ac:spMkLst>
            <pc:docMk/>
            <pc:sldMk cId="0" sldId="290"/>
            <ac:spMk id="20" creationId="{00000000-0000-0000-0000-000000000000}"/>
          </ac:spMkLst>
        </pc:spChg>
        <pc:spChg chg="mod ord">
          <ac:chgData name="Francisco Silva" userId="a288cbaf746e6d0a" providerId="LiveId" clId="{4EFD071F-5353-44F5-81BE-1C2D6554C15B}" dt="2026-03-17T15:42:12.538" v="4251" actId="1076"/>
          <ac:spMkLst>
            <pc:docMk/>
            <pc:sldMk cId="0" sldId="290"/>
            <ac:spMk id="21" creationId="{00000000-0000-0000-0000-000000000000}"/>
          </ac:spMkLst>
        </pc:spChg>
        <pc:picChg chg="add mod modCrop">
          <ac:chgData name="Francisco Silva" userId="a288cbaf746e6d0a" providerId="LiveId" clId="{4EFD071F-5353-44F5-81BE-1C2D6554C15B}" dt="2026-03-17T15:39:25.091" v="4220" actId="14861"/>
          <ac:picMkLst>
            <pc:docMk/>
            <pc:sldMk cId="0" sldId="290"/>
            <ac:picMk id="7" creationId="{F4E8ABD3-4087-6919-0590-2915AFA9C878}"/>
          </ac:picMkLst>
        </pc:picChg>
      </pc:sldChg>
      <pc:sldChg chg="addSp delSp modSp add del mod setBg">
        <pc:chgData name="Francisco Silva" userId="a288cbaf746e6d0a" providerId="LiveId" clId="{4EFD071F-5353-44F5-81BE-1C2D6554C15B}" dt="2026-03-17T16:06:02.506" v="4505" actId="47"/>
        <pc:sldMkLst>
          <pc:docMk/>
          <pc:sldMk cId="0" sldId="291"/>
        </pc:sldMkLst>
        <pc:spChg chg="mod">
          <ac:chgData name="Francisco Silva" userId="a288cbaf746e6d0a" providerId="LiveId" clId="{4EFD071F-5353-44F5-81BE-1C2D6554C15B}" dt="2026-03-17T15:43:30.579" v="4258" actId="20577"/>
          <ac:spMkLst>
            <pc:docMk/>
            <pc:sldMk cId="0" sldId="291"/>
            <ac:spMk id="5" creationId="{00000000-0000-0000-0000-000000000000}"/>
          </ac:spMkLst>
        </pc:spChg>
        <pc:spChg chg="del mod">
          <ac:chgData name="Francisco Silva" userId="a288cbaf746e6d0a" providerId="LiveId" clId="{4EFD071F-5353-44F5-81BE-1C2D6554C15B}" dt="2026-03-17T15:54:42.134" v="4335" actId="478"/>
          <ac:spMkLst>
            <pc:docMk/>
            <pc:sldMk cId="0" sldId="291"/>
            <ac:spMk id="10" creationId="{00000000-0000-0000-0000-000000000000}"/>
          </ac:spMkLst>
        </pc:spChg>
        <pc:spChg chg="mod">
          <ac:chgData name="Francisco Silva" userId="a288cbaf746e6d0a" providerId="LiveId" clId="{4EFD071F-5353-44F5-81BE-1C2D6554C15B}" dt="2026-03-17T15:52:34.607" v="4320" actId="1076"/>
          <ac:spMkLst>
            <pc:docMk/>
            <pc:sldMk cId="0" sldId="291"/>
            <ac:spMk id="11" creationId="{00000000-0000-0000-0000-000000000000}"/>
          </ac:spMkLst>
        </pc:spChg>
        <pc:spChg chg="del mod ord">
          <ac:chgData name="Francisco Silva" userId="a288cbaf746e6d0a" providerId="LiveId" clId="{4EFD071F-5353-44F5-81BE-1C2D6554C15B}" dt="2026-03-17T15:54:42.134" v="4335" actId="478"/>
          <ac:spMkLst>
            <pc:docMk/>
            <pc:sldMk cId="0" sldId="291"/>
            <ac:spMk id="12" creationId="{00000000-0000-0000-0000-000000000000}"/>
          </ac:spMkLst>
        </pc:spChg>
        <pc:spChg chg="del">
          <ac:chgData name="Francisco Silva" userId="a288cbaf746e6d0a" providerId="LiveId" clId="{4EFD071F-5353-44F5-81BE-1C2D6554C15B}" dt="2026-03-17T15:54:42.134" v="4335" actId="478"/>
          <ac:spMkLst>
            <pc:docMk/>
            <pc:sldMk cId="0" sldId="291"/>
            <ac:spMk id="13" creationId="{00000000-0000-0000-0000-000000000000}"/>
          </ac:spMkLst>
        </pc:spChg>
        <pc:spChg chg="del">
          <ac:chgData name="Francisco Silva" userId="a288cbaf746e6d0a" providerId="LiveId" clId="{4EFD071F-5353-44F5-81BE-1C2D6554C15B}" dt="2026-03-17T15:54:42.134" v="4335" actId="478"/>
          <ac:spMkLst>
            <pc:docMk/>
            <pc:sldMk cId="0" sldId="291"/>
            <ac:spMk id="15" creationId="{00000000-0000-0000-0000-000000000000}"/>
          </ac:spMkLst>
        </pc:spChg>
        <pc:spChg chg="del">
          <ac:chgData name="Francisco Silva" userId="a288cbaf746e6d0a" providerId="LiveId" clId="{4EFD071F-5353-44F5-81BE-1C2D6554C15B}" dt="2026-03-17T15:54:42.134" v="4335" actId="478"/>
          <ac:spMkLst>
            <pc:docMk/>
            <pc:sldMk cId="0" sldId="291"/>
            <ac:spMk id="16" creationId="{00000000-0000-0000-0000-000000000000}"/>
          </ac:spMkLst>
        </pc:spChg>
        <pc:spChg chg="del">
          <ac:chgData name="Francisco Silva" userId="a288cbaf746e6d0a" providerId="LiveId" clId="{4EFD071F-5353-44F5-81BE-1C2D6554C15B}" dt="2026-03-17T15:54:42.134" v="4335" actId="478"/>
          <ac:spMkLst>
            <pc:docMk/>
            <pc:sldMk cId="0" sldId="291"/>
            <ac:spMk id="17" creationId="{00000000-0000-0000-0000-000000000000}"/>
          </ac:spMkLst>
        </pc:spChg>
        <pc:spChg chg="del mod">
          <ac:chgData name="Francisco Silva" userId="a288cbaf746e6d0a" providerId="LiveId" clId="{4EFD071F-5353-44F5-81BE-1C2D6554C15B}" dt="2026-03-17T15:54:42.134" v="4335" actId="478"/>
          <ac:spMkLst>
            <pc:docMk/>
            <pc:sldMk cId="0" sldId="291"/>
            <ac:spMk id="18" creationId="{00000000-0000-0000-0000-000000000000}"/>
          </ac:spMkLst>
        </pc:spChg>
        <pc:spChg chg="del">
          <ac:chgData name="Francisco Silva" userId="a288cbaf746e6d0a" providerId="LiveId" clId="{4EFD071F-5353-44F5-81BE-1C2D6554C15B}" dt="2026-03-17T15:54:42.134" v="4335" actId="478"/>
          <ac:spMkLst>
            <pc:docMk/>
            <pc:sldMk cId="0" sldId="291"/>
            <ac:spMk id="19" creationId="{00000000-0000-0000-0000-000000000000}"/>
          </ac:spMkLst>
        </pc:spChg>
        <pc:spChg chg="del">
          <ac:chgData name="Francisco Silva" userId="a288cbaf746e6d0a" providerId="LiveId" clId="{4EFD071F-5353-44F5-81BE-1C2D6554C15B}" dt="2026-03-17T15:54:42.134" v="4335" actId="478"/>
          <ac:spMkLst>
            <pc:docMk/>
            <pc:sldMk cId="0" sldId="291"/>
            <ac:spMk id="20" creationId="{00000000-0000-0000-0000-000000000000}"/>
          </ac:spMkLst>
        </pc:spChg>
        <pc:spChg chg="del">
          <ac:chgData name="Francisco Silva" userId="a288cbaf746e6d0a" providerId="LiveId" clId="{4EFD071F-5353-44F5-81BE-1C2D6554C15B}" dt="2026-03-17T15:54:42.134" v="4335" actId="478"/>
          <ac:spMkLst>
            <pc:docMk/>
            <pc:sldMk cId="0" sldId="291"/>
            <ac:spMk id="21" creationId="{00000000-0000-0000-0000-000000000000}"/>
          </ac:spMkLst>
        </pc:spChg>
        <pc:spChg chg="mod">
          <ac:chgData name="Francisco Silva" userId="a288cbaf746e6d0a" providerId="LiveId" clId="{4EFD071F-5353-44F5-81BE-1C2D6554C15B}" dt="2026-03-17T15:55:08.641" v="4342" actId="14100"/>
          <ac:spMkLst>
            <pc:docMk/>
            <pc:sldMk cId="0" sldId="291"/>
            <ac:spMk id="30" creationId="{00000000-0000-0000-0000-000000000000}"/>
          </ac:spMkLst>
        </pc:spChg>
        <pc:spChg chg="mod">
          <ac:chgData name="Francisco Silva" userId="a288cbaf746e6d0a" providerId="LiveId" clId="{4EFD071F-5353-44F5-81BE-1C2D6554C15B}" dt="2026-03-17T15:54:54.107" v="4337" actId="1076"/>
          <ac:spMkLst>
            <pc:docMk/>
            <pc:sldMk cId="0" sldId="291"/>
            <ac:spMk id="31" creationId="{00000000-0000-0000-0000-000000000000}"/>
          </ac:spMkLst>
        </pc:spChg>
        <pc:spChg chg="mod">
          <ac:chgData name="Francisco Silva" userId="a288cbaf746e6d0a" providerId="LiveId" clId="{4EFD071F-5353-44F5-81BE-1C2D6554C15B}" dt="2026-03-17T15:55:08.641" v="4342" actId="14100"/>
          <ac:spMkLst>
            <pc:docMk/>
            <pc:sldMk cId="0" sldId="291"/>
            <ac:spMk id="32" creationId="{00000000-0000-0000-0000-000000000000}"/>
          </ac:spMkLst>
        </pc:spChg>
        <pc:spChg chg="mod">
          <ac:chgData name="Francisco Silva" userId="a288cbaf746e6d0a" providerId="LiveId" clId="{4EFD071F-5353-44F5-81BE-1C2D6554C15B}" dt="2026-03-17T15:54:54.107" v="4337" actId="1076"/>
          <ac:spMkLst>
            <pc:docMk/>
            <pc:sldMk cId="0" sldId="291"/>
            <ac:spMk id="33" creationId="{00000000-0000-0000-0000-000000000000}"/>
          </ac:spMkLst>
        </pc:spChg>
        <pc:picChg chg="add mod">
          <ac:chgData name="Francisco Silva" userId="a288cbaf746e6d0a" providerId="LiveId" clId="{4EFD071F-5353-44F5-81BE-1C2D6554C15B}" dt="2026-03-17T15:52:02.307" v="4316" actId="1076"/>
          <ac:picMkLst>
            <pc:docMk/>
            <pc:sldMk cId="0" sldId="291"/>
            <ac:picMk id="6" creationId="{8B28706D-2C09-5F94-AE81-2EA31365E93E}"/>
          </ac:picMkLst>
        </pc:picChg>
        <pc:picChg chg="add del mod">
          <ac:chgData name="Francisco Silva" userId="a288cbaf746e6d0a" providerId="LiveId" clId="{4EFD071F-5353-44F5-81BE-1C2D6554C15B}" dt="2026-03-17T15:54:29.873" v="4334" actId="478"/>
          <ac:picMkLst>
            <pc:docMk/>
            <pc:sldMk cId="0" sldId="291"/>
            <ac:picMk id="7" creationId="{C2723C3B-9560-D6EF-4693-563A47B18590}"/>
          </ac:picMkLst>
        </pc:picChg>
        <pc:picChg chg="add mod">
          <ac:chgData name="Francisco Silva" userId="a288cbaf746e6d0a" providerId="LiveId" clId="{4EFD071F-5353-44F5-81BE-1C2D6554C15B}" dt="2026-03-17T15:55:20.618" v="4344" actId="14100"/>
          <ac:picMkLst>
            <pc:docMk/>
            <pc:sldMk cId="0" sldId="291"/>
            <ac:picMk id="9" creationId="{995F3519-C405-88BE-10A5-9506E2EF8C36}"/>
          </ac:picMkLst>
        </pc:picChg>
      </pc:sldChg>
      <pc:sldChg chg="addSp delSp modSp add del mod setBg">
        <pc:chgData name="Francisco Silva" userId="a288cbaf746e6d0a" providerId="LiveId" clId="{4EFD071F-5353-44F5-81BE-1C2D6554C15B}" dt="2026-03-17T15:55:45.101" v="4345" actId="47"/>
        <pc:sldMkLst>
          <pc:docMk/>
          <pc:sldMk cId="0" sldId="292"/>
        </pc:sldMkLst>
        <pc:spChg chg="mod">
          <ac:chgData name="Francisco Silva" userId="a288cbaf746e6d0a" providerId="LiveId" clId="{4EFD071F-5353-44F5-81BE-1C2D6554C15B}" dt="2026-03-17T15:50:55.606" v="4300" actId="20577"/>
          <ac:spMkLst>
            <pc:docMk/>
            <pc:sldMk cId="0" sldId="292"/>
            <ac:spMk id="5" creationId="{00000000-0000-0000-0000-000000000000}"/>
          </ac:spMkLst>
        </pc:spChg>
        <pc:spChg chg="add mod">
          <ac:chgData name="Francisco Silva" userId="a288cbaf746e6d0a" providerId="LiveId" clId="{4EFD071F-5353-44F5-81BE-1C2D6554C15B}" dt="2026-03-17T15:51:33.158" v="4308" actId="1076"/>
          <ac:spMkLst>
            <pc:docMk/>
            <pc:sldMk cId="0" sldId="292"/>
            <ac:spMk id="6" creationId="{E4A782FA-D5CA-7612-A2CD-FF6D1515BBB8}"/>
          </ac:spMkLst>
        </pc:spChg>
        <pc:spChg chg="add mod">
          <ac:chgData name="Francisco Silva" userId="a288cbaf746e6d0a" providerId="LiveId" clId="{4EFD071F-5353-44F5-81BE-1C2D6554C15B}" dt="2026-03-17T15:51:35.593" v="4311" actId="20577"/>
          <ac:spMkLst>
            <pc:docMk/>
            <pc:sldMk cId="0" sldId="292"/>
            <ac:spMk id="7" creationId="{8DE312D9-F2A4-F349-1BAC-0A047A173AB8}"/>
          </ac:spMkLst>
        </pc:spChg>
        <pc:spChg chg="del">
          <ac:chgData name="Francisco Silva" userId="a288cbaf746e6d0a" providerId="LiveId" clId="{4EFD071F-5353-44F5-81BE-1C2D6554C15B}" dt="2026-03-17T15:50:58.987" v="4301" actId="478"/>
          <ac:spMkLst>
            <pc:docMk/>
            <pc:sldMk cId="0" sldId="292"/>
            <ac:spMk id="10" creationId="{00000000-0000-0000-0000-000000000000}"/>
          </ac:spMkLst>
        </pc:spChg>
        <pc:spChg chg="del">
          <ac:chgData name="Francisco Silva" userId="a288cbaf746e6d0a" providerId="LiveId" clId="{4EFD071F-5353-44F5-81BE-1C2D6554C15B}" dt="2026-03-17T15:50:58.987" v="4301" actId="478"/>
          <ac:spMkLst>
            <pc:docMk/>
            <pc:sldMk cId="0" sldId="292"/>
            <ac:spMk id="12" creationId="{00000000-0000-0000-0000-000000000000}"/>
          </ac:spMkLst>
        </pc:spChg>
        <pc:spChg chg="del">
          <ac:chgData name="Francisco Silva" userId="a288cbaf746e6d0a" providerId="LiveId" clId="{4EFD071F-5353-44F5-81BE-1C2D6554C15B}" dt="2026-03-17T15:50:58.987" v="4301" actId="478"/>
          <ac:spMkLst>
            <pc:docMk/>
            <pc:sldMk cId="0" sldId="292"/>
            <ac:spMk id="14" creationId="{00000000-0000-0000-0000-000000000000}"/>
          </ac:spMkLst>
        </pc:spChg>
        <pc:spChg chg="del">
          <ac:chgData name="Francisco Silva" userId="a288cbaf746e6d0a" providerId="LiveId" clId="{4EFD071F-5353-44F5-81BE-1C2D6554C15B}" dt="2026-03-17T15:50:58.987" v="4301" actId="478"/>
          <ac:spMkLst>
            <pc:docMk/>
            <pc:sldMk cId="0" sldId="292"/>
            <ac:spMk id="23" creationId="{00000000-0000-0000-0000-000000000000}"/>
          </ac:spMkLst>
        </pc:spChg>
        <pc:spChg chg="del">
          <ac:chgData name="Francisco Silva" userId="a288cbaf746e6d0a" providerId="LiveId" clId="{4EFD071F-5353-44F5-81BE-1C2D6554C15B}" dt="2026-03-17T15:50:58.987" v="4301" actId="478"/>
          <ac:spMkLst>
            <pc:docMk/>
            <pc:sldMk cId="0" sldId="292"/>
            <ac:spMk id="25" creationId="{00000000-0000-0000-0000-000000000000}"/>
          </ac:spMkLst>
        </pc:spChg>
        <pc:spChg chg="del">
          <ac:chgData name="Francisco Silva" userId="a288cbaf746e6d0a" providerId="LiveId" clId="{4EFD071F-5353-44F5-81BE-1C2D6554C15B}" dt="2026-03-17T15:50:58.987" v="4301" actId="478"/>
          <ac:spMkLst>
            <pc:docMk/>
            <pc:sldMk cId="0" sldId="292"/>
            <ac:spMk id="27" creationId="{00000000-0000-0000-0000-000000000000}"/>
          </ac:spMkLst>
        </pc:spChg>
        <pc:spChg chg="del">
          <ac:chgData name="Francisco Silva" userId="a288cbaf746e6d0a" providerId="LiveId" clId="{4EFD071F-5353-44F5-81BE-1C2D6554C15B}" dt="2026-03-17T15:50:58.987" v="4301" actId="478"/>
          <ac:spMkLst>
            <pc:docMk/>
            <pc:sldMk cId="0" sldId="292"/>
            <ac:spMk id="29" creationId="{00000000-0000-0000-0000-000000000000}"/>
          </ac:spMkLst>
        </pc:spChg>
        <pc:spChg chg="del">
          <ac:chgData name="Francisco Silva" userId="a288cbaf746e6d0a" providerId="LiveId" clId="{4EFD071F-5353-44F5-81BE-1C2D6554C15B}" dt="2026-03-17T15:50:58.987" v="4301" actId="478"/>
          <ac:spMkLst>
            <pc:docMk/>
            <pc:sldMk cId="0" sldId="292"/>
            <ac:spMk id="33" creationId="{00000000-0000-0000-0000-000000000000}"/>
          </ac:spMkLst>
        </pc:spChg>
        <pc:spChg chg="del">
          <ac:chgData name="Francisco Silva" userId="a288cbaf746e6d0a" providerId="LiveId" clId="{4EFD071F-5353-44F5-81BE-1C2D6554C15B}" dt="2026-03-17T15:50:58.987" v="4301" actId="478"/>
          <ac:spMkLst>
            <pc:docMk/>
            <pc:sldMk cId="0" sldId="292"/>
            <ac:spMk id="36" creationId="{00000000-0000-0000-0000-000000000000}"/>
          </ac:spMkLst>
        </pc:spChg>
        <pc:spChg chg="del">
          <ac:chgData name="Francisco Silva" userId="a288cbaf746e6d0a" providerId="LiveId" clId="{4EFD071F-5353-44F5-81BE-1C2D6554C15B}" dt="2026-03-17T15:50:58.987" v="4301" actId="478"/>
          <ac:spMkLst>
            <pc:docMk/>
            <pc:sldMk cId="0" sldId="292"/>
            <ac:spMk id="37" creationId="{00000000-0000-0000-0000-000000000000}"/>
          </ac:spMkLst>
        </pc:spChg>
        <pc:picChg chg="add del mod">
          <ac:chgData name="Francisco Silva" userId="a288cbaf746e6d0a" providerId="LiveId" clId="{4EFD071F-5353-44F5-81BE-1C2D6554C15B}" dt="2026-03-17T15:54:57.016" v="4338" actId="21"/>
          <ac:picMkLst>
            <pc:docMk/>
            <pc:sldMk cId="0" sldId="292"/>
            <ac:picMk id="9" creationId="{995F3519-C405-88BE-10A5-9506E2EF8C36}"/>
          </ac:picMkLst>
        </pc:picChg>
      </pc:sldChg>
      <pc:sldChg chg="addSp delSp modSp add mod setBg">
        <pc:chgData name="Francisco Silva" userId="a288cbaf746e6d0a" providerId="LiveId" clId="{4EFD071F-5353-44F5-81BE-1C2D6554C15B}" dt="2026-03-17T16:05:53.291" v="4504" actId="14100"/>
        <pc:sldMkLst>
          <pc:docMk/>
          <pc:sldMk cId="0" sldId="293"/>
        </pc:sldMkLst>
        <pc:spChg chg="add del">
          <ac:chgData name="Francisco Silva" userId="a288cbaf746e6d0a" providerId="LiveId" clId="{4EFD071F-5353-44F5-81BE-1C2D6554C15B}" dt="2026-03-17T15:47:16.644" v="4280" actId="22"/>
          <ac:spMkLst>
            <pc:docMk/>
            <pc:sldMk cId="0" sldId="293"/>
            <ac:spMk id="7" creationId="{D66DE6FE-32EA-E0A9-9819-3F5EE147E810}"/>
          </ac:spMkLst>
        </pc:spChg>
        <pc:spChg chg="del">
          <ac:chgData name="Francisco Silva" userId="a288cbaf746e6d0a" providerId="LiveId" clId="{4EFD071F-5353-44F5-81BE-1C2D6554C15B}" dt="2026-03-17T15:49:16.225" v="4281" actId="478"/>
          <ac:spMkLst>
            <pc:docMk/>
            <pc:sldMk cId="0" sldId="293"/>
            <ac:spMk id="10" creationId="{00000000-0000-0000-0000-000000000000}"/>
          </ac:spMkLst>
        </pc:spChg>
        <pc:spChg chg="del">
          <ac:chgData name="Francisco Silva" userId="a288cbaf746e6d0a" providerId="LiveId" clId="{4EFD071F-5353-44F5-81BE-1C2D6554C15B}" dt="2026-03-17T15:49:18.620" v="4282" actId="478"/>
          <ac:spMkLst>
            <pc:docMk/>
            <pc:sldMk cId="0" sldId="293"/>
            <ac:spMk id="11" creationId="{00000000-0000-0000-0000-000000000000}"/>
          </ac:spMkLst>
        </pc:spChg>
        <pc:spChg chg="add mod">
          <ac:chgData name="Francisco Silva" userId="a288cbaf746e6d0a" providerId="LiveId" clId="{4EFD071F-5353-44F5-81BE-1C2D6554C15B}" dt="2026-03-17T16:05:50.102" v="4503" actId="14100"/>
          <ac:spMkLst>
            <pc:docMk/>
            <pc:sldMk cId="0" sldId="293"/>
            <ac:spMk id="14" creationId="{00000000-0000-0000-0000-000000000000}"/>
          </ac:spMkLst>
        </pc:spChg>
        <pc:spChg chg="add mod">
          <ac:chgData name="Francisco Silva" userId="a288cbaf746e6d0a" providerId="LiveId" clId="{4EFD071F-5353-44F5-81BE-1C2D6554C15B}" dt="2026-03-17T16:05:46.415" v="4502" actId="1076"/>
          <ac:spMkLst>
            <pc:docMk/>
            <pc:sldMk cId="0" sldId="293"/>
            <ac:spMk id="15" creationId="{00000000-0000-0000-0000-000000000000}"/>
          </ac:spMkLst>
        </pc:spChg>
        <pc:spChg chg="mod">
          <ac:chgData name="Francisco Silva" userId="a288cbaf746e6d0a" providerId="LiveId" clId="{4EFD071F-5353-44F5-81BE-1C2D6554C15B}" dt="2026-03-17T16:05:39.122" v="4501" actId="1076"/>
          <ac:spMkLst>
            <pc:docMk/>
            <pc:sldMk cId="0" sldId="293"/>
            <ac:spMk id="20" creationId="{00000000-0000-0000-0000-000000000000}"/>
          </ac:spMkLst>
        </pc:spChg>
        <pc:spChg chg="add del mod">
          <ac:chgData name="Francisco Silva" userId="a288cbaf746e6d0a" providerId="LiveId" clId="{4EFD071F-5353-44F5-81BE-1C2D6554C15B}" dt="2026-03-17T16:05:39.122" v="4501" actId="1076"/>
          <ac:spMkLst>
            <pc:docMk/>
            <pc:sldMk cId="0" sldId="293"/>
            <ac:spMk id="21" creationId="{00000000-0000-0000-0000-000000000000}"/>
          </ac:spMkLst>
        </pc:spChg>
        <pc:spChg chg="add del mod">
          <ac:chgData name="Francisco Silva" userId="a288cbaf746e6d0a" providerId="LiveId" clId="{4EFD071F-5353-44F5-81BE-1C2D6554C15B}" dt="2026-03-17T16:05:39.122" v="4501" actId="1076"/>
          <ac:spMkLst>
            <pc:docMk/>
            <pc:sldMk cId="0" sldId="293"/>
            <ac:spMk id="22" creationId="{00000000-0000-0000-0000-000000000000}"/>
          </ac:spMkLst>
        </pc:spChg>
        <pc:spChg chg="add del mod">
          <ac:chgData name="Francisco Silva" userId="a288cbaf746e6d0a" providerId="LiveId" clId="{4EFD071F-5353-44F5-81BE-1C2D6554C15B}" dt="2026-03-17T16:04:14.442" v="4452" actId="478"/>
          <ac:spMkLst>
            <pc:docMk/>
            <pc:sldMk cId="0" sldId="293"/>
            <ac:spMk id="23" creationId="{00000000-0000-0000-0000-000000000000}"/>
          </ac:spMkLst>
        </pc:spChg>
        <pc:spChg chg="add mod">
          <ac:chgData name="Francisco Silva" userId="a288cbaf746e6d0a" providerId="LiveId" clId="{4EFD071F-5353-44F5-81BE-1C2D6554C15B}" dt="2026-03-17T16:05:53.291" v="4504" actId="14100"/>
          <ac:spMkLst>
            <pc:docMk/>
            <pc:sldMk cId="0" sldId="293"/>
            <ac:spMk id="24" creationId="{00000000-0000-0000-0000-000000000000}"/>
          </ac:spMkLst>
        </pc:spChg>
        <pc:spChg chg="del mod">
          <ac:chgData name="Francisco Silva" userId="a288cbaf746e6d0a" providerId="LiveId" clId="{4EFD071F-5353-44F5-81BE-1C2D6554C15B}" dt="2026-03-17T16:01:48.445" v="4395" actId="478"/>
          <ac:spMkLst>
            <pc:docMk/>
            <pc:sldMk cId="0" sldId="293"/>
            <ac:spMk id="30" creationId="{00000000-0000-0000-0000-000000000000}"/>
          </ac:spMkLst>
        </pc:spChg>
        <pc:spChg chg="del mod">
          <ac:chgData name="Francisco Silva" userId="a288cbaf746e6d0a" providerId="LiveId" clId="{4EFD071F-5353-44F5-81BE-1C2D6554C15B}" dt="2026-03-17T16:01:48.445" v="4395" actId="478"/>
          <ac:spMkLst>
            <pc:docMk/>
            <pc:sldMk cId="0" sldId="293"/>
            <ac:spMk id="31" creationId="{00000000-0000-0000-0000-000000000000}"/>
          </ac:spMkLst>
        </pc:spChg>
        <pc:picChg chg="add del mod modCrop">
          <ac:chgData name="Francisco Silva" userId="a288cbaf746e6d0a" providerId="LiveId" clId="{4EFD071F-5353-44F5-81BE-1C2D6554C15B}" dt="2026-03-17T15:51:01.496" v="4302" actId="21"/>
          <ac:picMkLst>
            <pc:docMk/>
            <pc:sldMk cId="0" sldId="293"/>
            <ac:picMk id="9" creationId="{995F3519-C405-88BE-10A5-9506E2EF8C36}"/>
          </ac:picMkLst>
        </pc:picChg>
        <pc:picChg chg="add mod">
          <ac:chgData name="Francisco Silva" userId="a288cbaf746e6d0a" providerId="LiveId" clId="{4EFD071F-5353-44F5-81BE-1C2D6554C15B}" dt="2026-03-17T16:04:04.483" v="4450" actId="1038"/>
          <ac:picMkLst>
            <pc:docMk/>
            <pc:sldMk cId="0" sldId="293"/>
            <ac:picMk id="13" creationId="{6764680F-6E4D-0A7B-3716-7F38FCB545BC}"/>
          </ac:picMkLst>
        </pc:picChg>
      </pc:sldChg>
      <pc:sldChg chg="addSp modSp add del mod setBg">
        <pc:chgData name="Francisco Silva" userId="a288cbaf746e6d0a" providerId="LiveId" clId="{4EFD071F-5353-44F5-81BE-1C2D6554C15B}" dt="2026-03-17T16:14:49.505" v="4587" actId="47"/>
        <pc:sldMkLst>
          <pc:docMk/>
          <pc:sldMk cId="0" sldId="294"/>
        </pc:sldMkLst>
        <pc:spChg chg="add mod">
          <ac:chgData name="Francisco Silva" userId="a288cbaf746e6d0a" providerId="LiveId" clId="{4EFD071F-5353-44F5-81BE-1C2D6554C15B}" dt="2026-03-17T16:14:14.989" v="4582"/>
          <ac:spMkLst>
            <pc:docMk/>
            <pc:sldMk cId="0" sldId="294"/>
            <ac:spMk id="6" creationId="{3AFC5197-B34D-DFBB-8041-43443A57E6A7}"/>
          </ac:spMkLst>
        </pc:spChg>
        <pc:spChg chg="mod">
          <ac:chgData name="Francisco Silva" userId="a288cbaf746e6d0a" providerId="LiveId" clId="{4EFD071F-5353-44F5-81BE-1C2D6554C15B}" dt="2026-03-17T16:08:43.765" v="4521" actId="1036"/>
          <ac:spMkLst>
            <pc:docMk/>
            <pc:sldMk cId="0" sldId="294"/>
            <ac:spMk id="20" creationId="{00000000-0000-0000-0000-000000000000}"/>
          </ac:spMkLst>
        </pc:spChg>
        <pc:spChg chg="mod">
          <ac:chgData name="Francisco Silva" userId="a288cbaf746e6d0a" providerId="LiveId" clId="{4EFD071F-5353-44F5-81BE-1C2D6554C15B}" dt="2026-03-17T16:08:43.765" v="4521" actId="1036"/>
          <ac:spMkLst>
            <pc:docMk/>
            <pc:sldMk cId="0" sldId="294"/>
            <ac:spMk id="21" creationId="{00000000-0000-0000-0000-000000000000}"/>
          </ac:spMkLst>
        </pc:spChg>
        <pc:spChg chg="mod">
          <ac:chgData name="Francisco Silva" userId="a288cbaf746e6d0a" providerId="LiveId" clId="{4EFD071F-5353-44F5-81BE-1C2D6554C15B}" dt="2026-03-17T16:08:43.765" v="4521" actId="1036"/>
          <ac:spMkLst>
            <pc:docMk/>
            <pc:sldMk cId="0" sldId="294"/>
            <ac:spMk id="22" creationId="{00000000-0000-0000-0000-000000000000}"/>
          </ac:spMkLst>
        </pc:spChg>
        <pc:spChg chg="mod">
          <ac:chgData name="Francisco Silva" userId="a288cbaf746e6d0a" providerId="LiveId" clId="{4EFD071F-5353-44F5-81BE-1C2D6554C15B}" dt="2026-03-17T16:08:43.765" v="4521" actId="1036"/>
          <ac:spMkLst>
            <pc:docMk/>
            <pc:sldMk cId="0" sldId="294"/>
            <ac:spMk id="30" creationId="{00000000-0000-0000-0000-000000000000}"/>
          </ac:spMkLst>
        </pc:spChg>
        <pc:spChg chg="mod">
          <ac:chgData name="Francisco Silva" userId="a288cbaf746e6d0a" providerId="LiveId" clId="{4EFD071F-5353-44F5-81BE-1C2D6554C15B}" dt="2026-03-17T16:14:14.544" v="4581" actId="20577"/>
          <ac:spMkLst>
            <pc:docMk/>
            <pc:sldMk cId="0" sldId="294"/>
            <ac:spMk id="31" creationId="{00000000-0000-0000-0000-000000000000}"/>
          </ac:spMkLst>
        </pc:spChg>
      </pc:sldChg>
      <pc:sldChg chg="new del">
        <pc:chgData name="Francisco Silva" userId="a288cbaf746e6d0a" providerId="LiveId" clId="{4EFD071F-5353-44F5-81BE-1C2D6554C15B}" dt="2026-03-17T15:55:46.842" v="4346" actId="47"/>
        <pc:sldMkLst>
          <pc:docMk/>
          <pc:sldMk cId="1247761430" sldId="294"/>
        </pc:sldMkLst>
      </pc:sldChg>
      <pc:sldChg chg="addSp delSp modSp add mod">
        <pc:chgData name="Francisco Silva" userId="a288cbaf746e6d0a" providerId="LiveId" clId="{4EFD071F-5353-44F5-81BE-1C2D6554C15B}" dt="2026-03-17T15:07:03.649" v="2784" actId="20577"/>
        <pc:sldMkLst>
          <pc:docMk/>
          <pc:sldMk cId="3772889753" sldId="295"/>
        </pc:sldMkLst>
        <pc:spChg chg="mod">
          <ac:chgData name="Francisco Silva" userId="a288cbaf746e6d0a" providerId="LiveId" clId="{4EFD071F-5353-44F5-81BE-1C2D6554C15B}" dt="2026-03-17T15:07:03.649" v="2784" actId="20577"/>
          <ac:spMkLst>
            <pc:docMk/>
            <pc:sldMk cId="3772889753" sldId="295"/>
            <ac:spMk id="5" creationId="{F61BE097-4247-6F29-15AF-E38FF510E28B}"/>
          </ac:spMkLst>
        </pc:spChg>
        <pc:spChg chg="add del">
          <ac:chgData name="Francisco Silva" userId="a288cbaf746e6d0a" providerId="LiveId" clId="{4EFD071F-5353-44F5-81BE-1C2D6554C15B}" dt="2026-03-17T15:04:25.942" v="2706" actId="22"/>
          <ac:spMkLst>
            <pc:docMk/>
            <pc:sldMk cId="3772889753" sldId="295"/>
            <ac:spMk id="7" creationId="{9333A26D-7064-E61E-4346-473263F32227}"/>
          </ac:spMkLst>
        </pc:spChg>
        <pc:spChg chg="mod">
          <ac:chgData name="Francisco Silva" userId="a288cbaf746e6d0a" providerId="LiveId" clId="{4EFD071F-5353-44F5-81BE-1C2D6554C15B}" dt="2026-03-17T14:54:53.336" v="1871" actId="20577"/>
          <ac:spMkLst>
            <pc:docMk/>
            <pc:sldMk cId="3772889753" sldId="295"/>
            <ac:spMk id="11" creationId="{0D065BE8-4691-B7C4-01CF-7C54E57D2F08}"/>
          </ac:spMkLst>
        </pc:spChg>
        <pc:spChg chg="mod">
          <ac:chgData name="Francisco Silva" userId="a288cbaf746e6d0a" providerId="LiveId" clId="{4EFD071F-5353-44F5-81BE-1C2D6554C15B}" dt="2026-03-17T15:06:53.027" v="2757" actId="255"/>
          <ac:spMkLst>
            <pc:docMk/>
            <pc:sldMk cId="3772889753" sldId="295"/>
            <ac:spMk id="20" creationId="{45D9E347-F80E-02D4-24C1-8DEF17AE44B9}"/>
          </ac:spMkLst>
        </pc:spChg>
        <pc:spChg chg="mod">
          <ac:chgData name="Francisco Silva" userId="a288cbaf746e6d0a" providerId="LiveId" clId="{4EFD071F-5353-44F5-81BE-1C2D6554C15B}" dt="2026-03-17T15:06:53.027" v="2757" actId="255"/>
          <ac:spMkLst>
            <pc:docMk/>
            <pc:sldMk cId="3772889753" sldId="295"/>
            <ac:spMk id="21" creationId="{FC6F9DFC-F6C8-8D69-4F59-75130BDCC2D8}"/>
          </ac:spMkLst>
        </pc:spChg>
        <pc:spChg chg="del">
          <ac:chgData name="Francisco Silva" userId="a288cbaf746e6d0a" providerId="LiveId" clId="{4EFD071F-5353-44F5-81BE-1C2D6554C15B}" dt="2026-03-17T15:00:43.435" v="2317" actId="478"/>
          <ac:spMkLst>
            <pc:docMk/>
            <pc:sldMk cId="3772889753" sldId="295"/>
            <ac:spMk id="22" creationId="{930EF2D9-0533-6CBF-D2BB-199A04F1BEB5}"/>
          </ac:spMkLst>
        </pc:spChg>
        <pc:spChg chg="del">
          <ac:chgData name="Francisco Silva" userId="a288cbaf746e6d0a" providerId="LiveId" clId="{4EFD071F-5353-44F5-81BE-1C2D6554C15B}" dt="2026-03-17T15:03:40.588" v="2704" actId="478"/>
          <ac:spMkLst>
            <pc:docMk/>
            <pc:sldMk cId="3772889753" sldId="295"/>
            <ac:spMk id="23" creationId="{D1C91D27-A94D-0702-D41E-3971A78411EE}"/>
          </ac:spMkLst>
        </pc:spChg>
        <pc:spChg chg="mod">
          <ac:chgData name="Francisco Silva" userId="a288cbaf746e6d0a" providerId="LiveId" clId="{4EFD071F-5353-44F5-81BE-1C2D6554C15B}" dt="2026-03-17T15:06:46.691" v="2756" actId="255"/>
          <ac:spMkLst>
            <pc:docMk/>
            <pc:sldMk cId="3772889753" sldId="295"/>
            <ac:spMk id="30" creationId="{29864FFE-7BA3-6FD0-0C3A-0DB22F553FD5}"/>
          </ac:spMkLst>
        </pc:spChg>
        <pc:spChg chg="mod">
          <ac:chgData name="Francisco Silva" userId="a288cbaf746e6d0a" providerId="LiveId" clId="{4EFD071F-5353-44F5-81BE-1C2D6554C15B}" dt="2026-03-17T15:06:03.730" v="2727" actId="14100"/>
          <ac:spMkLst>
            <pc:docMk/>
            <pc:sldMk cId="3772889753" sldId="295"/>
            <ac:spMk id="31" creationId="{AE5BA09A-6048-2F02-B16F-5FC7C3B50F06}"/>
          </ac:spMkLst>
        </pc:spChg>
        <pc:spChg chg="del">
          <ac:chgData name="Francisco Silva" userId="a288cbaf746e6d0a" providerId="LiveId" clId="{4EFD071F-5353-44F5-81BE-1C2D6554C15B}" dt="2026-03-17T15:00:43.435" v="2317" actId="478"/>
          <ac:spMkLst>
            <pc:docMk/>
            <pc:sldMk cId="3772889753" sldId="295"/>
            <ac:spMk id="32" creationId="{40E099CE-162A-A8CF-CE19-421AC77A0954}"/>
          </ac:spMkLst>
        </pc:spChg>
        <pc:spChg chg="del">
          <ac:chgData name="Francisco Silva" userId="a288cbaf746e6d0a" providerId="LiveId" clId="{4EFD071F-5353-44F5-81BE-1C2D6554C15B}" dt="2026-03-17T15:03:40.588" v="2704" actId="478"/>
          <ac:spMkLst>
            <pc:docMk/>
            <pc:sldMk cId="3772889753" sldId="295"/>
            <ac:spMk id="33" creationId="{793A2DD0-8E78-90EA-9F37-E10787564CF3}"/>
          </ac:spMkLst>
        </pc:spChg>
        <pc:spChg chg="del">
          <ac:chgData name="Francisco Silva" userId="a288cbaf746e6d0a" providerId="LiveId" clId="{4EFD071F-5353-44F5-81BE-1C2D6554C15B}" dt="2026-03-17T14:56:25.636" v="1908" actId="478"/>
          <ac:spMkLst>
            <pc:docMk/>
            <pc:sldMk cId="3772889753" sldId="295"/>
            <ac:spMk id="40" creationId="{1FBA80A1-553C-163A-D40A-DA20231ACA9B}"/>
          </ac:spMkLst>
        </pc:spChg>
        <pc:spChg chg="del">
          <ac:chgData name="Francisco Silva" userId="a288cbaf746e6d0a" providerId="LiveId" clId="{4EFD071F-5353-44F5-81BE-1C2D6554C15B}" dt="2026-03-17T15:00:52.627" v="2335" actId="478"/>
          <ac:spMkLst>
            <pc:docMk/>
            <pc:sldMk cId="3772889753" sldId="295"/>
            <ac:spMk id="41" creationId="{DB2A8A7E-C2FE-65A9-7645-13A3D86DA7A5}"/>
          </ac:spMkLst>
        </pc:spChg>
        <pc:spChg chg="del">
          <ac:chgData name="Francisco Silva" userId="a288cbaf746e6d0a" providerId="LiveId" clId="{4EFD071F-5353-44F5-81BE-1C2D6554C15B}" dt="2026-03-17T15:00:43.435" v="2317" actId="478"/>
          <ac:spMkLst>
            <pc:docMk/>
            <pc:sldMk cId="3772889753" sldId="295"/>
            <ac:spMk id="42" creationId="{850B1FEC-C284-7C26-AABF-D1C28A7C323E}"/>
          </ac:spMkLst>
        </pc:spChg>
        <pc:spChg chg="del">
          <ac:chgData name="Francisco Silva" userId="a288cbaf746e6d0a" providerId="LiveId" clId="{4EFD071F-5353-44F5-81BE-1C2D6554C15B}" dt="2026-03-17T15:03:40.588" v="2704" actId="478"/>
          <ac:spMkLst>
            <pc:docMk/>
            <pc:sldMk cId="3772889753" sldId="295"/>
            <ac:spMk id="43" creationId="{1B36B33A-A11D-2001-358F-5323A380FCB8}"/>
          </ac:spMkLst>
        </pc:spChg>
        <pc:spChg chg="del">
          <ac:chgData name="Francisco Silva" userId="a288cbaf746e6d0a" providerId="LiveId" clId="{4EFD071F-5353-44F5-81BE-1C2D6554C15B}" dt="2026-03-17T14:56:29.191" v="1909" actId="478"/>
          <ac:spMkLst>
            <pc:docMk/>
            <pc:sldMk cId="3772889753" sldId="295"/>
            <ac:spMk id="50" creationId="{4387EA9B-5FF1-8A29-5B99-9F89A182FDEA}"/>
          </ac:spMkLst>
        </pc:spChg>
        <pc:spChg chg="del">
          <ac:chgData name="Francisco Silva" userId="a288cbaf746e6d0a" providerId="LiveId" clId="{4EFD071F-5353-44F5-81BE-1C2D6554C15B}" dt="2026-03-17T15:00:52.627" v="2335" actId="478"/>
          <ac:spMkLst>
            <pc:docMk/>
            <pc:sldMk cId="3772889753" sldId="295"/>
            <ac:spMk id="51" creationId="{D397AE05-3B22-F088-ABBA-710C641906E2}"/>
          </ac:spMkLst>
        </pc:spChg>
        <pc:spChg chg="del">
          <ac:chgData name="Francisco Silva" userId="a288cbaf746e6d0a" providerId="LiveId" clId="{4EFD071F-5353-44F5-81BE-1C2D6554C15B}" dt="2026-03-17T15:00:43.435" v="2317" actId="478"/>
          <ac:spMkLst>
            <pc:docMk/>
            <pc:sldMk cId="3772889753" sldId="295"/>
            <ac:spMk id="52" creationId="{690B9586-0A44-6ACF-0451-0837592817A2}"/>
          </ac:spMkLst>
        </pc:spChg>
        <pc:spChg chg="del">
          <ac:chgData name="Francisco Silva" userId="a288cbaf746e6d0a" providerId="LiveId" clId="{4EFD071F-5353-44F5-81BE-1C2D6554C15B}" dt="2026-03-17T15:03:40.588" v="2704" actId="478"/>
          <ac:spMkLst>
            <pc:docMk/>
            <pc:sldMk cId="3772889753" sldId="295"/>
            <ac:spMk id="53" creationId="{400644F1-E743-97D5-68E7-E8CE9D08EAF0}"/>
          </ac:spMkLst>
        </pc:spChg>
        <pc:spChg chg="del">
          <ac:chgData name="Francisco Silva" userId="a288cbaf746e6d0a" providerId="LiveId" clId="{4EFD071F-5353-44F5-81BE-1C2D6554C15B}" dt="2026-03-17T14:56:31.145" v="1910" actId="478"/>
          <ac:spMkLst>
            <pc:docMk/>
            <pc:sldMk cId="3772889753" sldId="295"/>
            <ac:spMk id="60" creationId="{05E4FA82-897E-008C-3B48-49D0527462F1}"/>
          </ac:spMkLst>
        </pc:spChg>
        <pc:spChg chg="del">
          <ac:chgData name="Francisco Silva" userId="a288cbaf746e6d0a" providerId="LiveId" clId="{4EFD071F-5353-44F5-81BE-1C2D6554C15B}" dt="2026-03-17T14:56:34.196" v="1911" actId="478"/>
          <ac:spMkLst>
            <pc:docMk/>
            <pc:sldMk cId="3772889753" sldId="295"/>
            <ac:spMk id="61" creationId="{AAFD23BD-4B2D-ABFB-F0F3-2FB942BC4FE6}"/>
          </ac:spMkLst>
        </pc:spChg>
        <pc:picChg chg="add mod">
          <ac:chgData name="Francisco Silva" userId="a288cbaf746e6d0a" providerId="LiveId" clId="{4EFD071F-5353-44F5-81BE-1C2D6554C15B}" dt="2026-03-17T15:06:29.421" v="2753" actId="1035"/>
          <ac:picMkLst>
            <pc:docMk/>
            <pc:sldMk cId="3772889753" sldId="295"/>
            <ac:picMk id="9" creationId="{3939D8D5-762B-DF5A-34F0-EFCCA0391EBA}"/>
          </ac:picMkLst>
        </pc:picChg>
        <pc:picChg chg="add mod">
          <ac:chgData name="Francisco Silva" userId="a288cbaf746e6d0a" providerId="LiveId" clId="{4EFD071F-5353-44F5-81BE-1C2D6554C15B}" dt="2026-03-17T15:06:29.421" v="2753" actId="1035"/>
          <ac:picMkLst>
            <pc:docMk/>
            <pc:sldMk cId="3772889753" sldId="295"/>
            <ac:picMk id="13" creationId="{C78762B1-040A-2553-A6DB-B04AE33FB775}"/>
          </ac:picMkLst>
        </pc:picChg>
      </pc:sldChg>
      <pc:sldChg chg="addSp delSp modSp add mod">
        <pc:chgData name="Francisco Silva" userId="a288cbaf746e6d0a" providerId="LiveId" clId="{4EFD071F-5353-44F5-81BE-1C2D6554C15B}" dt="2026-03-17T15:18:59.034" v="3475" actId="1037"/>
        <pc:sldMkLst>
          <pc:docMk/>
          <pc:sldMk cId="2389097234" sldId="296"/>
        </pc:sldMkLst>
        <pc:spChg chg="mod">
          <ac:chgData name="Francisco Silva" userId="a288cbaf746e6d0a" providerId="LiveId" clId="{4EFD071F-5353-44F5-81BE-1C2D6554C15B}" dt="2026-03-17T15:07:21.702" v="2795" actId="20577"/>
          <ac:spMkLst>
            <pc:docMk/>
            <pc:sldMk cId="2389097234" sldId="296"/>
            <ac:spMk id="5" creationId="{82A82709-0143-C331-BD57-F8B66A35CDE5}"/>
          </ac:spMkLst>
        </pc:spChg>
        <pc:spChg chg="add mod ord">
          <ac:chgData name="Francisco Silva" userId="a288cbaf746e6d0a" providerId="LiveId" clId="{4EFD071F-5353-44F5-81BE-1C2D6554C15B}" dt="2026-03-17T15:16:58.273" v="3343" actId="20577"/>
          <ac:spMkLst>
            <pc:docMk/>
            <pc:sldMk cId="2389097234" sldId="296"/>
            <ac:spMk id="8" creationId="{56C30EFE-9F1F-2C44-00D6-C80BA31F0E5D}"/>
          </ac:spMkLst>
        </pc:spChg>
        <pc:spChg chg="mod">
          <ac:chgData name="Francisco Silva" userId="a288cbaf746e6d0a" providerId="LiveId" clId="{4EFD071F-5353-44F5-81BE-1C2D6554C15B}" dt="2026-03-17T15:14:35.876" v="3321" actId="20577"/>
          <ac:spMkLst>
            <pc:docMk/>
            <pc:sldMk cId="2389097234" sldId="296"/>
            <ac:spMk id="11" creationId="{80A605B7-BDF3-4C82-B145-232665F7E2ED}"/>
          </ac:spMkLst>
        </pc:spChg>
        <pc:spChg chg="add mod">
          <ac:chgData name="Francisco Silva" userId="a288cbaf746e6d0a" providerId="LiveId" clId="{4EFD071F-5353-44F5-81BE-1C2D6554C15B}" dt="2026-03-17T15:13:20.813" v="3224" actId="164"/>
          <ac:spMkLst>
            <pc:docMk/>
            <pc:sldMk cId="2389097234" sldId="296"/>
            <ac:spMk id="12" creationId="{00DAC33D-3163-C1D8-3C9C-09345D442B34}"/>
          </ac:spMkLst>
        </pc:spChg>
        <pc:spChg chg="add mod">
          <ac:chgData name="Francisco Silva" userId="a288cbaf746e6d0a" providerId="LiveId" clId="{4EFD071F-5353-44F5-81BE-1C2D6554C15B}" dt="2026-03-17T15:18:59.034" v="3475" actId="1037"/>
          <ac:spMkLst>
            <pc:docMk/>
            <pc:sldMk cId="2389097234" sldId="296"/>
            <ac:spMk id="15" creationId="{D51A13EB-D56E-43FD-5C19-116163EF8193}"/>
          </ac:spMkLst>
        </pc:spChg>
        <pc:spChg chg="add mod ord">
          <ac:chgData name="Francisco Silva" userId="a288cbaf746e6d0a" providerId="LiveId" clId="{4EFD071F-5353-44F5-81BE-1C2D6554C15B}" dt="2026-03-17T15:18:59.034" v="3475" actId="1037"/>
          <ac:spMkLst>
            <pc:docMk/>
            <pc:sldMk cId="2389097234" sldId="296"/>
            <ac:spMk id="16" creationId="{BD1B1707-4C81-7C17-0B63-7827F2B1DF31}"/>
          </ac:spMkLst>
        </pc:spChg>
        <pc:spChg chg="add mod">
          <ac:chgData name="Francisco Silva" userId="a288cbaf746e6d0a" providerId="LiveId" clId="{4EFD071F-5353-44F5-81BE-1C2D6554C15B}" dt="2026-03-17T15:18:59.034" v="3475" actId="1037"/>
          <ac:spMkLst>
            <pc:docMk/>
            <pc:sldMk cId="2389097234" sldId="296"/>
            <ac:spMk id="17" creationId="{CD316DB7-5963-8D65-757D-F2AEEA0AE4E3}"/>
          </ac:spMkLst>
        </pc:spChg>
        <pc:spChg chg="add mod">
          <ac:chgData name="Francisco Silva" userId="a288cbaf746e6d0a" providerId="LiveId" clId="{4EFD071F-5353-44F5-81BE-1C2D6554C15B}" dt="2026-03-17T15:18:59.034" v="3475" actId="1037"/>
          <ac:spMkLst>
            <pc:docMk/>
            <pc:sldMk cId="2389097234" sldId="296"/>
            <ac:spMk id="18" creationId="{5F933E2D-A508-CDF2-D627-41385D1FF461}"/>
          </ac:spMkLst>
        </pc:spChg>
        <pc:spChg chg="del">
          <ac:chgData name="Francisco Silva" userId="a288cbaf746e6d0a" providerId="LiveId" clId="{4EFD071F-5353-44F5-81BE-1C2D6554C15B}" dt="2026-03-17T15:09:36.484" v="3043" actId="478"/>
          <ac:spMkLst>
            <pc:docMk/>
            <pc:sldMk cId="2389097234" sldId="296"/>
            <ac:spMk id="20" creationId="{54D5E0B2-42C8-AD19-C250-3BE06BC38902}"/>
          </ac:spMkLst>
        </pc:spChg>
        <pc:spChg chg="del">
          <ac:chgData name="Francisco Silva" userId="a288cbaf746e6d0a" providerId="LiveId" clId="{4EFD071F-5353-44F5-81BE-1C2D6554C15B}" dt="2026-03-17T15:09:36.484" v="3043" actId="478"/>
          <ac:spMkLst>
            <pc:docMk/>
            <pc:sldMk cId="2389097234" sldId="296"/>
            <ac:spMk id="21" creationId="{6602891A-F7D4-0CA2-F4C0-7F74CA24E056}"/>
          </ac:spMkLst>
        </pc:spChg>
        <pc:spChg chg="del">
          <ac:chgData name="Francisco Silva" userId="a288cbaf746e6d0a" providerId="LiveId" clId="{4EFD071F-5353-44F5-81BE-1C2D6554C15B}" dt="2026-03-17T15:09:36.484" v="3043" actId="478"/>
          <ac:spMkLst>
            <pc:docMk/>
            <pc:sldMk cId="2389097234" sldId="296"/>
            <ac:spMk id="30" creationId="{1EB813C0-011A-9E7F-EA2D-2384C70E4823}"/>
          </ac:spMkLst>
        </pc:spChg>
        <pc:spChg chg="del">
          <ac:chgData name="Francisco Silva" userId="a288cbaf746e6d0a" providerId="LiveId" clId="{4EFD071F-5353-44F5-81BE-1C2D6554C15B}" dt="2026-03-17T15:09:36.484" v="3043" actId="478"/>
          <ac:spMkLst>
            <pc:docMk/>
            <pc:sldMk cId="2389097234" sldId="296"/>
            <ac:spMk id="31" creationId="{1B952FE2-47B7-41CE-1FE9-B855D294367C}"/>
          </ac:spMkLst>
        </pc:spChg>
        <pc:grpChg chg="add mod">
          <ac:chgData name="Francisco Silva" userId="a288cbaf746e6d0a" providerId="LiveId" clId="{4EFD071F-5353-44F5-81BE-1C2D6554C15B}" dt="2026-03-17T15:18:20.595" v="3468" actId="1076"/>
          <ac:grpSpMkLst>
            <pc:docMk/>
            <pc:sldMk cId="2389097234" sldId="296"/>
            <ac:grpSpMk id="14" creationId="{A1FA2E3B-4D55-BF1E-8734-63932BA7467A}"/>
          </ac:grpSpMkLst>
        </pc:grpChg>
        <pc:picChg chg="add mod modCrop">
          <ac:chgData name="Francisco Silva" userId="a288cbaf746e6d0a" providerId="LiveId" clId="{4EFD071F-5353-44F5-81BE-1C2D6554C15B}" dt="2026-03-17T15:18:25.319" v="3469" actId="732"/>
          <ac:picMkLst>
            <pc:docMk/>
            <pc:sldMk cId="2389097234" sldId="296"/>
            <ac:picMk id="7" creationId="{95F15C9D-4CD5-3B44-6ACC-8974EF41C8A2}"/>
          </ac:picMkLst>
        </pc:picChg>
        <pc:picChg chg="del">
          <ac:chgData name="Francisco Silva" userId="a288cbaf746e6d0a" providerId="LiveId" clId="{4EFD071F-5353-44F5-81BE-1C2D6554C15B}" dt="2026-03-17T15:09:36.484" v="3043" actId="478"/>
          <ac:picMkLst>
            <pc:docMk/>
            <pc:sldMk cId="2389097234" sldId="296"/>
            <ac:picMk id="9" creationId="{4FEA70AB-AD3E-AC32-25D2-37940B59A48E}"/>
          </ac:picMkLst>
        </pc:picChg>
        <pc:picChg chg="del">
          <ac:chgData name="Francisco Silva" userId="a288cbaf746e6d0a" providerId="LiveId" clId="{4EFD071F-5353-44F5-81BE-1C2D6554C15B}" dt="2026-03-17T15:09:36.484" v="3043" actId="478"/>
          <ac:picMkLst>
            <pc:docMk/>
            <pc:sldMk cId="2389097234" sldId="296"/>
            <ac:picMk id="13" creationId="{72388310-13A1-0391-F022-EEB799FC15E3}"/>
          </ac:picMkLst>
        </pc:picChg>
        <pc:picChg chg="add mod">
          <ac:chgData name="Francisco Silva" userId="a288cbaf746e6d0a" providerId="LiveId" clId="{4EFD071F-5353-44F5-81BE-1C2D6554C15B}" dt="2026-03-17T15:18:59.034" v="3475" actId="1037"/>
          <ac:picMkLst>
            <pc:docMk/>
            <pc:sldMk cId="2389097234" sldId="296"/>
            <ac:picMk id="22" creationId="{E35450A7-A6BC-02ED-01D9-126858FADB8E}"/>
          </ac:picMkLst>
        </pc:picChg>
      </pc:sldChg>
      <pc:sldChg chg="addSp delSp modSp add mod setBg">
        <pc:chgData name="Francisco Silva" userId="a288cbaf746e6d0a" providerId="LiveId" clId="{4EFD071F-5353-44F5-81BE-1C2D6554C15B}" dt="2026-03-17T16:23:14.881" v="4840" actId="20577"/>
        <pc:sldMkLst>
          <pc:docMk/>
          <pc:sldMk cId="0" sldId="297"/>
        </pc:sldMkLst>
        <pc:spChg chg="mod">
          <ac:chgData name="Francisco Silva" userId="a288cbaf746e6d0a" providerId="LiveId" clId="{4EFD071F-5353-44F5-81BE-1C2D6554C15B}" dt="2026-03-17T16:16:59.839" v="4670" actId="14100"/>
          <ac:spMkLst>
            <pc:docMk/>
            <pc:sldMk cId="0" sldId="297"/>
            <ac:spMk id="5" creationId="{00000000-0000-0000-0000-000000000000}"/>
          </ac:spMkLst>
        </pc:spChg>
        <pc:spChg chg="add del">
          <ac:chgData name="Francisco Silva" userId="a288cbaf746e6d0a" providerId="LiveId" clId="{4EFD071F-5353-44F5-81BE-1C2D6554C15B}" dt="2026-03-17T16:20:11.370" v="4756" actId="478"/>
          <ac:spMkLst>
            <pc:docMk/>
            <pc:sldMk cId="0" sldId="297"/>
            <ac:spMk id="10" creationId="{00000000-0000-0000-0000-000000000000}"/>
          </ac:spMkLst>
        </pc:spChg>
        <pc:spChg chg="add del">
          <ac:chgData name="Francisco Silva" userId="a288cbaf746e6d0a" providerId="LiveId" clId="{4EFD071F-5353-44F5-81BE-1C2D6554C15B}" dt="2026-03-17T16:20:11.370" v="4756" actId="478"/>
          <ac:spMkLst>
            <pc:docMk/>
            <pc:sldMk cId="0" sldId="297"/>
            <ac:spMk id="11" creationId="{00000000-0000-0000-0000-000000000000}"/>
          </ac:spMkLst>
        </pc:spChg>
        <pc:spChg chg="add mod">
          <ac:chgData name="Francisco Silva" userId="a288cbaf746e6d0a" providerId="LiveId" clId="{4EFD071F-5353-44F5-81BE-1C2D6554C15B}" dt="2026-03-17T16:22:07.402" v="4815" actId="14100"/>
          <ac:spMkLst>
            <pc:docMk/>
            <pc:sldMk cId="0" sldId="297"/>
            <ac:spMk id="12" creationId="{CF15CF4F-F84D-2F98-42DC-4C7FCC704E0E}"/>
          </ac:spMkLst>
        </pc:spChg>
        <pc:spChg chg="add mod">
          <ac:chgData name="Francisco Silva" userId="a288cbaf746e6d0a" providerId="LiveId" clId="{4EFD071F-5353-44F5-81BE-1C2D6554C15B}" dt="2026-03-17T16:21:52.825" v="4808" actId="6549"/>
          <ac:spMkLst>
            <pc:docMk/>
            <pc:sldMk cId="0" sldId="297"/>
            <ac:spMk id="13" creationId="{12A7E1E9-F967-D1E3-186E-9C912BC32AB9}"/>
          </ac:spMkLst>
        </pc:spChg>
        <pc:spChg chg="mod">
          <ac:chgData name="Francisco Silva" userId="a288cbaf746e6d0a" providerId="LiveId" clId="{4EFD071F-5353-44F5-81BE-1C2D6554C15B}" dt="2026-03-17T16:22:37.382" v="4828" actId="1037"/>
          <ac:spMkLst>
            <pc:docMk/>
            <pc:sldMk cId="0" sldId="297"/>
            <ac:spMk id="30" creationId="{00000000-0000-0000-0000-000000000000}"/>
          </ac:spMkLst>
        </pc:spChg>
        <pc:spChg chg="mod">
          <ac:chgData name="Francisco Silva" userId="a288cbaf746e6d0a" providerId="LiveId" clId="{4EFD071F-5353-44F5-81BE-1C2D6554C15B}" dt="2026-03-17T16:18:23.482" v="4738" actId="207"/>
          <ac:spMkLst>
            <pc:docMk/>
            <pc:sldMk cId="0" sldId="297"/>
            <ac:spMk id="31" creationId="{00000000-0000-0000-0000-000000000000}"/>
          </ac:spMkLst>
        </pc:spChg>
        <pc:spChg chg="mod">
          <ac:chgData name="Francisco Silva" userId="a288cbaf746e6d0a" providerId="LiveId" clId="{4EFD071F-5353-44F5-81BE-1C2D6554C15B}" dt="2026-03-17T16:22:37.382" v="4828" actId="1037"/>
          <ac:spMkLst>
            <pc:docMk/>
            <pc:sldMk cId="0" sldId="297"/>
            <ac:spMk id="32" creationId="{00000000-0000-0000-0000-000000000000}"/>
          </ac:spMkLst>
        </pc:spChg>
        <pc:spChg chg="mod">
          <ac:chgData name="Francisco Silva" userId="a288cbaf746e6d0a" providerId="LiveId" clId="{4EFD071F-5353-44F5-81BE-1C2D6554C15B}" dt="2026-03-17T16:17:26.040" v="4691" actId="20577"/>
          <ac:spMkLst>
            <pc:docMk/>
            <pc:sldMk cId="0" sldId="297"/>
            <ac:spMk id="33" creationId="{00000000-0000-0000-0000-000000000000}"/>
          </ac:spMkLst>
        </pc:spChg>
        <pc:spChg chg="mod">
          <ac:chgData name="Francisco Silva" userId="a288cbaf746e6d0a" providerId="LiveId" clId="{4EFD071F-5353-44F5-81BE-1C2D6554C15B}" dt="2026-03-17T16:22:37.382" v="4828" actId="1037"/>
          <ac:spMkLst>
            <pc:docMk/>
            <pc:sldMk cId="0" sldId="297"/>
            <ac:spMk id="34" creationId="{00000000-0000-0000-0000-000000000000}"/>
          </ac:spMkLst>
        </pc:spChg>
        <pc:spChg chg="mod">
          <ac:chgData name="Francisco Silva" userId="a288cbaf746e6d0a" providerId="LiveId" clId="{4EFD071F-5353-44F5-81BE-1C2D6554C15B}" dt="2026-03-17T16:22:37.382" v="4828" actId="1037"/>
          <ac:spMkLst>
            <pc:docMk/>
            <pc:sldMk cId="0" sldId="297"/>
            <ac:spMk id="35" creationId="{00000000-0000-0000-0000-000000000000}"/>
          </ac:spMkLst>
        </pc:spChg>
        <pc:spChg chg="mod">
          <ac:chgData name="Francisco Silva" userId="a288cbaf746e6d0a" providerId="LiveId" clId="{4EFD071F-5353-44F5-81BE-1C2D6554C15B}" dt="2026-03-17T16:22:37.382" v="4828" actId="1037"/>
          <ac:spMkLst>
            <pc:docMk/>
            <pc:sldMk cId="0" sldId="297"/>
            <ac:spMk id="37" creationId="{00000000-0000-0000-0000-000000000000}"/>
          </ac:spMkLst>
        </pc:spChg>
        <pc:spChg chg="mod">
          <ac:chgData name="Francisco Silva" userId="a288cbaf746e6d0a" providerId="LiveId" clId="{4EFD071F-5353-44F5-81BE-1C2D6554C15B}" dt="2026-03-17T16:17:49.973" v="4720" actId="207"/>
          <ac:spMkLst>
            <pc:docMk/>
            <pc:sldMk cId="0" sldId="297"/>
            <ac:spMk id="39" creationId="{00000000-0000-0000-0000-000000000000}"/>
          </ac:spMkLst>
        </pc:spChg>
        <pc:spChg chg="mod">
          <ac:chgData name="Francisco Silva" userId="a288cbaf746e6d0a" providerId="LiveId" clId="{4EFD071F-5353-44F5-81BE-1C2D6554C15B}" dt="2026-03-17T16:22:37.382" v="4828" actId="1037"/>
          <ac:spMkLst>
            <pc:docMk/>
            <pc:sldMk cId="0" sldId="297"/>
            <ac:spMk id="40" creationId="{00000000-0000-0000-0000-000000000000}"/>
          </ac:spMkLst>
        </pc:spChg>
        <pc:spChg chg="mod">
          <ac:chgData name="Francisco Silva" userId="a288cbaf746e6d0a" providerId="LiveId" clId="{4EFD071F-5353-44F5-81BE-1C2D6554C15B}" dt="2026-03-17T16:17:59.955" v="4721" actId="207"/>
          <ac:spMkLst>
            <pc:docMk/>
            <pc:sldMk cId="0" sldId="297"/>
            <ac:spMk id="41" creationId="{00000000-0000-0000-0000-000000000000}"/>
          </ac:spMkLst>
        </pc:spChg>
        <pc:spChg chg="mod">
          <ac:chgData name="Francisco Silva" userId="a288cbaf746e6d0a" providerId="LiveId" clId="{4EFD071F-5353-44F5-81BE-1C2D6554C15B}" dt="2026-03-17T16:22:37.382" v="4828" actId="1037"/>
          <ac:spMkLst>
            <pc:docMk/>
            <pc:sldMk cId="0" sldId="297"/>
            <ac:spMk id="42" creationId="{00000000-0000-0000-0000-000000000000}"/>
          </ac:spMkLst>
        </pc:spChg>
        <pc:spChg chg="mod">
          <ac:chgData name="Francisco Silva" userId="a288cbaf746e6d0a" providerId="LiveId" clId="{4EFD071F-5353-44F5-81BE-1C2D6554C15B}" dt="2026-03-17T16:18:03.874" v="4722" actId="207"/>
          <ac:spMkLst>
            <pc:docMk/>
            <pc:sldMk cId="0" sldId="297"/>
            <ac:spMk id="43" creationId="{00000000-0000-0000-0000-000000000000}"/>
          </ac:spMkLst>
        </pc:spChg>
        <pc:spChg chg="mod">
          <ac:chgData name="Francisco Silva" userId="a288cbaf746e6d0a" providerId="LiveId" clId="{4EFD071F-5353-44F5-81BE-1C2D6554C15B}" dt="2026-03-17T16:22:37.382" v="4828" actId="1037"/>
          <ac:spMkLst>
            <pc:docMk/>
            <pc:sldMk cId="0" sldId="297"/>
            <ac:spMk id="45" creationId="{00000000-0000-0000-0000-000000000000}"/>
          </ac:spMkLst>
        </pc:spChg>
        <pc:spChg chg="mod">
          <ac:chgData name="Francisco Silva" userId="a288cbaf746e6d0a" providerId="LiveId" clId="{4EFD071F-5353-44F5-81BE-1C2D6554C15B}" dt="2026-03-17T16:22:37.382" v="4828" actId="1037"/>
          <ac:spMkLst>
            <pc:docMk/>
            <pc:sldMk cId="0" sldId="297"/>
            <ac:spMk id="46" creationId="{00000000-0000-0000-0000-000000000000}"/>
          </ac:spMkLst>
        </pc:spChg>
        <pc:spChg chg="mod">
          <ac:chgData name="Francisco Silva" userId="a288cbaf746e6d0a" providerId="LiveId" clId="{4EFD071F-5353-44F5-81BE-1C2D6554C15B}" dt="2026-03-17T16:22:37.382" v="4828" actId="1037"/>
          <ac:spMkLst>
            <pc:docMk/>
            <pc:sldMk cId="0" sldId="297"/>
            <ac:spMk id="47" creationId="{00000000-0000-0000-0000-000000000000}"/>
          </ac:spMkLst>
        </pc:spChg>
        <pc:spChg chg="mod">
          <ac:chgData name="Francisco Silva" userId="a288cbaf746e6d0a" providerId="LiveId" clId="{4EFD071F-5353-44F5-81BE-1C2D6554C15B}" dt="2026-03-17T16:23:14.881" v="4840" actId="20577"/>
          <ac:spMkLst>
            <pc:docMk/>
            <pc:sldMk cId="0" sldId="297"/>
            <ac:spMk id="51" creationId="{00000000-0000-0000-0000-000000000000}"/>
          </ac:spMkLst>
        </pc:spChg>
        <pc:grpChg chg="add mod">
          <ac:chgData name="Francisco Silva" userId="a288cbaf746e6d0a" providerId="LiveId" clId="{4EFD071F-5353-44F5-81BE-1C2D6554C15B}" dt="2026-03-17T16:22:42.715" v="4834" actId="1037"/>
          <ac:grpSpMkLst>
            <pc:docMk/>
            <pc:sldMk cId="0" sldId="297"/>
            <ac:grpSpMk id="14" creationId="{D7D7BD19-8433-4220-0326-4A5E6E9DD5F1}"/>
          </ac:grpSpMkLst>
        </pc:grpChg>
        <pc:picChg chg="add del mod">
          <ac:chgData name="Francisco Silva" userId="a288cbaf746e6d0a" providerId="LiveId" clId="{4EFD071F-5353-44F5-81BE-1C2D6554C15B}" dt="2026-03-17T16:19:34.341" v="4751" actId="931"/>
          <ac:picMkLst>
            <pc:docMk/>
            <pc:sldMk cId="0" sldId="297"/>
            <ac:picMk id="7" creationId="{5DC127D2-7154-AC2F-B1E6-1364D2FD1BE0}"/>
          </ac:picMkLst>
        </pc:picChg>
        <pc:picChg chg="add mod modCrop">
          <ac:chgData name="Francisco Silva" userId="a288cbaf746e6d0a" providerId="LiveId" clId="{4EFD071F-5353-44F5-81BE-1C2D6554C15B}" dt="2026-03-17T16:22:14.438" v="4816" actId="732"/>
          <ac:picMkLst>
            <pc:docMk/>
            <pc:sldMk cId="0" sldId="297"/>
            <ac:picMk id="8" creationId="{521649CF-B41C-41B2-9BCE-27EF28A8079C}"/>
          </ac:picMkLst>
        </pc:picChg>
        <pc:picChg chg="add mod modCrop">
          <ac:chgData name="Francisco Silva" userId="a288cbaf746e6d0a" providerId="LiveId" clId="{4EFD071F-5353-44F5-81BE-1C2D6554C15B}" dt="2026-03-17T16:22:22.250" v="4817" actId="732"/>
          <ac:picMkLst>
            <pc:docMk/>
            <pc:sldMk cId="0" sldId="297"/>
            <ac:picMk id="9" creationId="{A4C3F6E0-4B22-02B8-7D33-E48BFF2088EE}"/>
          </ac:picMkLst>
        </pc:picChg>
      </pc:sldChg>
      <pc:sldChg chg="addSp delSp modSp add mod setBg">
        <pc:chgData name="Francisco Silva" userId="a288cbaf746e6d0a" providerId="LiveId" clId="{4EFD071F-5353-44F5-81BE-1C2D6554C15B}" dt="2026-03-17T16:28:02.613" v="4913" actId="1038"/>
        <pc:sldMkLst>
          <pc:docMk/>
          <pc:sldMk cId="0" sldId="298"/>
        </pc:sldMkLst>
        <pc:spChg chg="del">
          <ac:chgData name="Francisco Silva" userId="a288cbaf746e6d0a" providerId="LiveId" clId="{4EFD071F-5353-44F5-81BE-1C2D6554C15B}" dt="2026-03-17T16:23:53.872" v="4846" actId="478"/>
          <ac:spMkLst>
            <pc:docMk/>
            <pc:sldMk cId="0" sldId="298"/>
            <ac:spMk id="10" creationId="{00000000-0000-0000-0000-000000000000}"/>
          </ac:spMkLst>
        </pc:spChg>
        <pc:spChg chg="del">
          <ac:chgData name="Francisco Silva" userId="a288cbaf746e6d0a" providerId="LiveId" clId="{4EFD071F-5353-44F5-81BE-1C2D6554C15B}" dt="2026-03-17T16:23:53.872" v="4846" actId="478"/>
          <ac:spMkLst>
            <pc:docMk/>
            <pc:sldMk cId="0" sldId="298"/>
            <ac:spMk id="11" creationId="{00000000-0000-0000-0000-000000000000}"/>
          </ac:spMkLst>
        </pc:spChg>
        <pc:spChg chg="del">
          <ac:chgData name="Francisco Silva" userId="a288cbaf746e6d0a" providerId="LiveId" clId="{4EFD071F-5353-44F5-81BE-1C2D6554C15B}" dt="2026-03-17T16:25:52.424" v="4864" actId="478"/>
          <ac:spMkLst>
            <pc:docMk/>
            <pc:sldMk cId="0" sldId="298"/>
            <ac:spMk id="20" creationId="{00000000-0000-0000-0000-000000000000}"/>
          </ac:spMkLst>
        </pc:spChg>
        <pc:spChg chg="del">
          <ac:chgData name="Francisco Silva" userId="a288cbaf746e6d0a" providerId="LiveId" clId="{4EFD071F-5353-44F5-81BE-1C2D6554C15B}" dt="2026-03-17T16:25:52.424" v="4864" actId="478"/>
          <ac:spMkLst>
            <pc:docMk/>
            <pc:sldMk cId="0" sldId="298"/>
            <ac:spMk id="21" creationId="{00000000-0000-0000-0000-000000000000}"/>
          </ac:spMkLst>
        </pc:spChg>
        <pc:spChg chg="del">
          <ac:chgData name="Francisco Silva" userId="a288cbaf746e6d0a" providerId="LiveId" clId="{4EFD071F-5353-44F5-81BE-1C2D6554C15B}" dt="2026-03-17T16:25:47.842" v="4863" actId="478"/>
          <ac:spMkLst>
            <pc:docMk/>
            <pc:sldMk cId="0" sldId="298"/>
            <ac:spMk id="22" creationId="{00000000-0000-0000-0000-000000000000}"/>
          </ac:spMkLst>
        </pc:spChg>
        <pc:spChg chg="del">
          <ac:chgData name="Francisco Silva" userId="a288cbaf746e6d0a" providerId="LiveId" clId="{4EFD071F-5353-44F5-81BE-1C2D6554C15B}" dt="2026-03-17T16:25:47.842" v="4863" actId="478"/>
          <ac:spMkLst>
            <pc:docMk/>
            <pc:sldMk cId="0" sldId="298"/>
            <ac:spMk id="23" creationId="{00000000-0000-0000-0000-000000000000}"/>
          </ac:spMkLst>
        </pc:spChg>
        <pc:spChg chg="del">
          <ac:chgData name="Francisco Silva" userId="a288cbaf746e6d0a" providerId="LiveId" clId="{4EFD071F-5353-44F5-81BE-1C2D6554C15B}" dt="2026-03-17T16:25:47.842" v="4863" actId="478"/>
          <ac:spMkLst>
            <pc:docMk/>
            <pc:sldMk cId="0" sldId="298"/>
            <ac:spMk id="24" creationId="{00000000-0000-0000-0000-000000000000}"/>
          </ac:spMkLst>
        </pc:spChg>
        <pc:spChg chg="del">
          <ac:chgData name="Francisco Silva" userId="a288cbaf746e6d0a" providerId="LiveId" clId="{4EFD071F-5353-44F5-81BE-1C2D6554C15B}" dt="2026-03-17T16:25:47.842" v="4863" actId="478"/>
          <ac:spMkLst>
            <pc:docMk/>
            <pc:sldMk cId="0" sldId="298"/>
            <ac:spMk id="25" creationId="{00000000-0000-0000-0000-000000000000}"/>
          </ac:spMkLst>
        </pc:spChg>
        <pc:spChg chg="del">
          <ac:chgData name="Francisco Silva" userId="a288cbaf746e6d0a" providerId="LiveId" clId="{4EFD071F-5353-44F5-81BE-1C2D6554C15B}" dt="2026-03-17T16:25:47.842" v="4863" actId="478"/>
          <ac:spMkLst>
            <pc:docMk/>
            <pc:sldMk cId="0" sldId="298"/>
            <ac:spMk id="26" creationId="{00000000-0000-0000-0000-000000000000}"/>
          </ac:spMkLst>
        </pc:spChg>
        <pc:spChg chg="del">
          <ac:chgData name="Francisco Silva" userId="a288cbaf746e6d0a" providerId="LiveId" clId="{4EFD071F-5353-44F5-81BE-1C2D6554C15B}" dt="2026-03-17T16:25:47.842" v="4863" actId="478"/>
          <ac:spMkLst>
            <pc:docMk/>
            <pc:sldMk cId="0" sldId="298"/>
            <ac:spMk id="27" creationId="{00000000-0000-0000-0000-000000000000}"/>
          </ac:spMkLst>
        </pc:spChg>
        <pc:spChg chg="mod">
          <ac:chgData name="Francisco Silva" userId="a288cbaf746e6d0a" providerId="LiveId" clId="{4EFD071F-5353-44F5-81BE-1C2D6554C15B}" dt="2026-03-17T16:27:52.512" v="4906" actId="14100"/>
          <ac:spMkLst>
            <pc:docMk/>
            <pc:sldMk cId="0" sldId="298"/>
            <ac:spMk id="30" creationId="{00000000-0000-0000-0000-000000000000}"/>
          </ac:spMkLst>
        </pc:spChg>
        <pc:spChg chg="mod">
          <ac:chgData name="Francisco Silva" userId="a288cbaf746e6d0a" providerId="LiveId" clId="{4EFD071F-5353-44F5-81BE-1C2D6554C15B}" dt="2026-03-17T16:27:48.987" v="4905" actId="1076"/>
          <ac:spMkLst>
            <pc:docMk/>
            <pc:sldMk cId="0" sldId="298"/>
            <ac:spMk id="31" creationId="{00000000-0000-0000-0000-000000000000}"/>
          </ac:spMkLst>
        </pc:spChg>
        <pc:graphicFrameChg chg="add mod modGraphic">
          <ac:chgData name="Francisco Silva" userId="a288cbaf746e6d0a" providerId="LiveId" clId="{4EFD071F-5353-44F5-81BE-1C2D6554C15B}" dt="2026-03-17T16:26:39" v="4883" actId="20577"/>
          <ac:graphicFrameMkLst>
            <pc:docMk/>
            <pc:sldMk cId="0" sldId="298"/>
            <ac:graphicFrameMk id="8" creationId="{00000000-0000-0000-0000-000000000000}"/>
          </ac:graphicFrameMkLst>
        </pc:graphicFrameChg>
        <pc:picChg chg="add mod">
          <ac:chgData name="Francisco Silva" userId="a288cbaf746e6d0a" providerId="LiveId" clId="{4EFD071F-5353-44F5-81BE-1C2D6554C15B}" dt="2026-03-17T16:28:02.613" v="4913" actId="1038"/>
          <ac:picMkLst>
            <pc:docMk/>
            <pc:sldMk cId="0" sldId="298"/>
            <ac:picMk id="12" creationId="{CB407761-126A-8F2A-3A5B-4FDECE90D6C9}"/>
          </ac:picMkLst>
        </pc:picChg>
      </pc:sldChg>
      <pc:sldChg chg="add setBg">
        <pc:chgData name="Francisco Silva" userId="a288cbaf746e6d0a" providerId="LiveId" clId="{4EFD071F-5353-44F5-81BE-1C2D6554C15B}" dt="2026-03-17T16:08:17.224" v="4507"/>
        <pc:sldMkLst>
          <pc:docMk/>
          <pc:sldMk cId="0"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3/17/2026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3/17/2026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3/17/2026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‹nº›</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3/17/2026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dirty="0">
                <a:solidFill>
                  <a:srgbClr val="02C39A"/>
                </a:solidFill>
                <a:latin typeface="Calibri" pitchFamily="34" charset="0"/>
                <a:ea typeface="Calibri" pitchFamily="34" charset="-122"/>
                <a:cs typeface="Calibri" pitchFamily="34" charset="-120"/>
              </a:rPr>
              <a:t>DEEP LEARNING  ·  ASSIGNMENT 1  ·  TASK 1</a:t>
            </a:r>
            <a:endParaRPr lang="en-US" sz="100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pPr marL="0" indent="0">
              <a:buNone/>
            </a:pPr>
            <a:r>
              <a:rPr lang="en-US" sz="1600" dirty="0">
                <a:solidFill>
                  <a:srgbClr val="7AADCC"/>
                </a:solidFill>
                <a:latin typeface="Calibri" pitchFamily="34" charset="0"/>
                <a:ea typeface="Calibri" pitchFamily="34" charset="-122"/>
                <a:cs typeface="Calibri" pitchFamily="34" charset="-120"/>
              </a:rPr>
              <a:t>TASK 1 — Flat-Pixel Multi-Layer Perceptron</a:t>
            </a:r>
            <a:endParaRPr lang="en-US" sz="1600" dirty="0"/>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What We Cover</a:t>
            </a:r>
            <a:endParaRPr lang="en-US" sz="2200" dirty="0"/>
          </a:p>
        </p:txBody>
      </p:sp>
      <p:sp>
        <p:nvSpPr>
          <p:cNvPr id="4" name="Shape 2"/>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1</a:t>
            </a:r>
            <a:endParaRPr lang="en-US" sz="220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p:cNvSpPr/>
          <p:nvPr/>
        </p:nvSpPr>
        <p:spPr>
          <a:xfrm>
            <a:off x="1051560" y="138988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EDA  ·  class imbalance  ·  pixel stats  ·  t-SNE</a:t>
            </a:r>
            <a:endParaRPr lang="en-US" sz="1100" dirty="0"/>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2</a:t>
            </a:r>
            <a:endParaRPr lang="en-US" sz="220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Model Development</a:t>
            </a:r>
            <a:endParaRPr lang="en-US" sz="1400" dirty="0"/>
          </a:p>
        </p:txBody>
      </p:sp>
      <p:sp>
        <p:nvSpPr>
          <p:cNvPr id="17" name="Text 15"/>
          <p:cNvSpPr/>
          <p:nvPr/>
        </p:nvSpPr>
        <p:spPr>
          <a:xfrm>
            <a:off x="5440680" y="138988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Architecture  ·  19 experiments  ·  regularisation</a:t>
            </a:r>
            <a:endParaRPr lang="en-US" sz="1100" dirty="0"/>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3</a:t>
            </a:r>
            <a:endParaRPr lang="en-US" sz="220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Training Efficiency</a:t>
            </a:r>
            <a:endParaRPr lang="en-US" sz="1400" dirty="0"/>
          </a:p>
        </p:txBody>
      </p:sp>
      <p:sp>
        <p:nvSpPr>
          <p:cNvPr id="24" name="Text 22"/>
          <p:cNvSpPr/>
          <p:nvPr/>
        </p:nvSpPr>
        <p:spPr>
          <a:xfrm>
            <a:off x="1051560" y="335584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Early stopping  ·  GPU budget  ·  checkpointing</a:t>
            </a:r>
            <a:endParaRPr lang="en-US" sz="1100" dirty="0"/>
          </a:p>
        </p:txBody>
      </p:sp>
      <p:sp>
        <p:nvSpPr>
          <p:cNvPr id="25" name="Shape 23"/>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4</a:t>
            </a:r>
            <a:endParaRPr lang="en-US" sz="2200" dirty="0"/>
          </a:p>
        </p:txBody>
      </p:sp>
      <p:sp>
        <p:nvSpPr>
          <p:cNvPr id="30" name="Text 28"/>
          <p:cNvSpPr/>
          <p:nvPr/>
        </p:nvSpPr>
        <p:spPr>
          <a:xfrm>
            <a:off x="5440680" y="289864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Performance Evaluation</a:t>
            </a:r>
            <a:endParaRPr lang="en-US" sz="1400" dirty="0"/>
          </a:p>
        </p:txBody>
      </p:sp>
      <p:sp>
        <p:nvSpPr>
          <p:cNvPr id="31" name="Text 29"/>
          <p:cNvSpPr/>
          <p:nvPr/>
        </p:nvSpPr>
        <p:spPr>
          <a:xfrm>
            <a:off x="5440680" y="3355848"/>
            <a:ext cx="3291840" cy="822960"/>
          </a:xfrm>
          <a:prstGeom prst="rect">
            <a:avLst/>
          </a:prstGeom>
          <a:noFill/>
          <a:ln/>
        </p:spPr>
        <p:txBody>
          <a:bodyPr wrap="square" lIns="0" tIns="0" rIns="0" bIns="0" rtlCol="0" anchor="ctr"/>
          <a:lstStyle/>
          <a:p>
            <a:pPr marL="0" indent="0">
              <a:buNone/>
            </a:pPr>
            <a:r>
              <a:rPr lang="en-US" sz="1100" dirty="0">
                <a:solidFill>
                  <a:srgbClr val="7AADCC"/>
                </a:solidFill>
                <a:latin typeface="Calibri" pitchFamily="34" charset="0"/>
                <a:ea typeface="Calibri" pitchFamily="34" charset="-122"/>
                <a:cs typeface="Calibri" pitchFamily="34" charset="-120"/>
              </a:rPr>
              <a:t>Macro-F1  ·  per-class  ·  confusion matrix</a:t>
            </a:r>
            <a:endParaRPr lang="en-US" sz="110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Count</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train</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Water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E97C35"/>
                          </a:solidFill>
                          <a:latin typeface="Calibri" pitchFamily="34" charset="0"/>
                          <a:ea typeface="Calibri" pitchFamily="34" charset="-122"/>
                          <a:cs typeface="Calibri" pitchFamily="34" charset="-120"/>
                        </a:rPr>
                        <a:t>18.7% ▲</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Normal</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606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Poison</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467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Fire</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381</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Bug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374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Grass</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299</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Fighting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291</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Rock</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264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3D5A73"/>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Ground</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b="1" dirty="0">
                          <a:solidFill>
                            <a:srgbClr val="E74C3C"/>
                          </a:solidFill>
                          <a:latin typeface="Calibri" pitchFamily="34" charset="0"/>
                          <a:ea typeface="Calibri" pitchFamily="34" charset="-122"/>
                          <a:cs typeface="Calibri" pitchFamily="34" charset="-120"/>
                        </a:rPr>
                        <a:t>244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dirty="0">
                          <a:solidFill>
                            <a:srgbClr val="E74C3C"/>
                          </a:solidFill>
                          <a:latin typeface="Calibri" pitchFamily="34" charset="0"/>
                          <a:ea typeface="Calibri" pitchFamily="34" charset="-122"/>
                          <a:cs typeface="Calibri" pitchFamily="34" charset="-120"/>
                        </a:rPr>
                        <a:t>6.8% ▼</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Water / Ground imbalance ratio</a:t>
            </a:r>
            <a:endParaRPr lang="en-US" sz="11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Water  (most common class)</a:t>
            </a:r>
            <a:endParaRPr lang="en-US" sz="11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Ground (rarest class)</a:t>
            </a:r>
            <a:endParaRPr lang="en-US" sz="11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Naive baseline: always predict Water</a:t>
            </a:r>
            <a:endParaRPr lang="en-US" sz="11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marL="342900" indent="-342900">
              <a:buSzPct val="100000"/>
              <a:buChar char="•"/>
            </a:pPr>
            <a:r>
              <a:rPr lang="en-US" sz="1100" dirty="0">
                <a:solidFill>
                  <a:srgbClr val="1A2B3C"/>
                </a:solidFill>
                <a:latin typeface="Calibri" pitchFamily="34" charset="0"/>
                <a:ea typeface="Calibri" pitchFamily="34" charset="-122"/>
                <a:cs typeface="Calibri" pitchFamily="34" charset="-120"/>
              </a:rPr>
              <a:t>Inverse-frequency class weights in CrossEntropyLoss</a:t>
            </a:r>
            <a:endParaRPr lang="en-US" sz="1100" dirty="0"/>
          </a:p>
          <a:p>
            <a:pPr marL="342900" indent="-342900">
              <a:buSzPct val="100000"/>
              <a:buChar char="•"/>
            </a:pPr>
            <a:r>
              <a:rPr lang="en-US" sz="1100" dirty="0">
                <a:solidFill>
                  <a:srgbClr val="1A2B3C"/>
                </a:solidFill>
                <a:latin typeface="Calibri" pitchFamily="34" charset="0"/>
                <a:ea typeface="Calibri" pitchFamily="34" charset="-122"/>
                <a:cs typeface="Calibri" pitchFamily="34" charset="-120"/>
              </a:rPr>
              <a:t>WeightedRandomSampler (tested separately — see experiments)</a:t>
            </a:r>
            <a:endParaRPr lang="en-US" sz="1100" dirty="0"/>
          </a:p>
        </p:txBody>
      </p:sp>
      <p:sp>
        <p:nvSpPr>
          <p:cNvPr id="28" name="Shape 2">
            <a:extLst>
              <a:ext uri="{FF2B5EF4-FFF2-40B4-BE49-F238E27FC236}">
                <a16:creationId xmlns:a16="http://schemas.microsoft.com/office/drawing/2014/main" id="{05C42555-70F1-1667-11E5-0D78797B3D3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9" name="Rectangle: Rounded Corners 28">
            <a:extLst>
              <a:ext uri="{FF2B5EF4-FFF2-40B4-BE49-F238E27FC236}">
                <a16:creationId xmlns:a16="http://schemas.microsoft.com/office/drawing/2014/main" id="{EC620A0D-26D8-6CF4-1950-740F67C04A6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i="1" dirty="0">
                <a:solidFill>
                  <a:srgbClr val="3D5A73"/>
                </a:solidFill>
                <a:latin typeface="Calibri" pitchFamily="34" charset="0"/>
                <a:ea typeface="Calibri" pitchFamily="34" charset="-122"/>
                <a:cs typeface="Calibri" pitchFamily="34" charset="-120"/>
              </a:rPr>
              <a:t>4 samples per class (sprites overlaid on real-world backgrounds)</a:t>
            </a:r>
            <a:endParaRPr lang="en-US" sz="1200"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Both dominated by green/yellow tones — color histograms overlap heavily</a:t>
            </a:r>
            <a:endParaRPr lang="en-US" sz="11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r>
              <a:rPr lang="en-US" sz="1100" dirty="0">
                <a:solidFill>
                  <a:srgbClr val="3D5A73"/>
                </a:solidFill>
                <a:latin typeface="Calibri" pitchFamily="34" charset="0"/>
                <a:ea typeface="Calibri" pitchFamily="34" charset="-122"/>
                <a:cs typeface="Calibri" pitchFamily="34" charset="-120"/>
              </a:rPr>
              <a:t>Both dominated by brown tones — color histograms overlap heavily</a:t>
            </a:r>
            <a:endParaRPr lang="en-US" sz="11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Brown/grey palettes — hardest confusion pair in our results</a:t>
            </a:r>
            <a:endParaRPr lang="en-US" sz="11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Sprites on street photos — random background noise adds pixel variability</a:t>
            </a:r>
            <a:endParaRPr lang="en-US" sz="1100" dirty="0"/>
          </a:p>
        </p:txBody>
      </p:sp>
      <p:sp>
        <p:nvSpPr>
          <p:cNvPr id="24" name="Shape 2">
            <a:extLst>
              <a:ext uri="{FF2B5EF4-FFF2-40B4-BE49-F238E27FC236}">
                <a16:creationId xmlns:a16="http://schemas.microsoft.com/office/drawing/2014/main" id="{2F97FC88-A779-E46F-BB54-4E97E9A34943}"/>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5" name="Rectangle: Rounded Corners 24">
            <a:extLst>
              <a:ext uri="{FF2B5EF4-FFF2-40B4-BE49-F238E27FC236}">
                <a16:creationId xmlns:a16="http://schemas.microsoft.com/office/drawing/2014/main" id="{81768029-3B54-F34F-8012-C0D24DD3DC66}"/>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572000"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6882547" y="588305"/>
            <a:ext cx="2173165" cy="4593758"/>
          </a:xfrm>
          <a:prstGeom prst="rect">
            <a:avLst/>
          </a:prstGeom>
          <a:noFill/>
        </p:spPr>
        <p:txBody>
          <a:bodyPr wrap="square">
            <a:spAutoFit/>
          </a:bodyPr>
          <a:lstStyle/>
          <a:p>
            <a:pPr>
              <a:lnSpc>
                <a:spcPts val="1425"/>
              </a:lnSpc>
            </a:pPr>
            <a:r>
              <a:rPr lang="pt-PT" dirty="0">
                <a:solidFill>
                  <a:schemeClr val="bg1"/>
                </a:solidFill>
                <a:latin typeface="Consolas" panose="020B0609020204030204" pitchFamily="49" charset="0"/>
              </a:rPr>
              <a:t>🐛 Bug</a:t>
            </a:r>
          </a:p>
          <a:p>
            <a:pPr>
              <a:lnSpc>
                <a:spcPts val="1425"/>
              </a:lnSpc>
            </a:pPr>
            <a:r>
              <a:rPr lang="pt-PT" dirty="0">
                <a:solidFill>
                  <a:schemeClr val="bg1"/>
                </a:solidFill>
                <a:latin typeface="Consolas" panose="020B0609020204030204" pitchFamily="49" charset="0"/>
              </a:rPr>
              <a:t> </a:t>
            </a: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Fighting</a:t>
            </a:r>
            <a:endParaRPr lang="pt-PT" dirty="0">
              <a:solidFill>
                <a:schemeClr val="bg1"/>
              </a:solidFill>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sz="4000" b="0" dirty="0">
              <a:solidFill>
                <a:schemeClr val="bg1"/>
              </a:solidFill>
              <a:effectLst/>
              <a:latin typeface="Consolas" panose="020B0609020204030204" pitchFamily="49" charset="0"/>
            </a:endParaRPr>
          </a:p>
          <a:p>
            <a:pPr>
              <a:lnSpc>
                <a:spcPts val="1425"/>
              </a:lnSpc>
              <a:buNone/>
            </a:pPr>
            <a:r>
              <a:rPr lang="pt-PT" b="0" dirty="0">
                <a:solidFill>
                  <a:schemeClr val="bg1"/>
                </a:solidFill>
                <a:effectLst/>
                <a:latin typeface="Consolas" panose="020B0609020204030204" pitchFamily="49" charset="0"/>
              </a:rPr>
              <a:t>🔥 </a:t>
            </a:r>
            <a:r>
              <a:rPr lang="pt-PT" b="0" dirty="0" err="1">
                <a:solidFill>
                  <a:schemeClr val="bg1"/>
                </a:solidFill>
                <a:effectLst/>
                <a:latin typeface="Consolas" panose="020B0609020204030204" pitchFamily="49" charset="0"/>
              </a:rPr>
              <a:t>Fire</a:t>
            </a:r>
            <a:endParaRPr lang="pt-PT" b="0" dirty="0">
              <a:solidFill>
                <a:schemeClr val="bg1"/>
              </a:solidFill>
              <a:effectLst/>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Grass</a:t>
            </a:r>
            <a:r>
              <a:rPr lang="pt-PT" dirty="0">
                <a:solidFill>
                  <a:schemeClr val="bg1"/>
                </a:solidFill>
                <a:latin typeface="Consolas" panose="020B0609020204030204" pitchFamily="49" charset="0"/>
              </a:rPr>
              <a:t> </a:t>
            </a:r>
          </a:p>
          <a:p>
            <a:pPr>
              <a:lnSpc>
                <a:spcPts val="1425"/>
              </a:lnSpc>
              <a:buNone/>
            </a:pPr>
            <a:endParaRPr lang="pt-PT" b="0" dirty="0">
              <a:solidFill>
                <a:schemeClr val="bg1"/>
              </a:solidFill>
              <a:effectLst/>
              <a:latin typeface="Consolas" panose="020B0609020204030204" pitchFamily="49" charset="0"/>
            </a:endParaRP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Ground</a:t>
            </a:r>
            <a:endParaRPr lang="pt-PT" dirty="0">
              <a:solidFill>
                <a:schemeClr val="bg1"/>
              </a:solidFill>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r>
              <a:rPr lang="pt-PT" b="0" dirty="0">
                <a:solidFill>
                  <a:schemeClr val="bg1"/>
                </a:solidFill>
                <a:effectLst/>
                <a:latin typeface="Consolas" panose="020B0609020204030204" pitchFamily="49" charset="0"/>
              </a:rPr>
              <a:t>😐 Normal </a:t>
            </a: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dirty="0">
              <a:solidFill>
                <a:schemeClr val="bg1"/>
              </a:solidFill>
              <a:latin typeface="Consolas" panose="020B0609020204030204" pitchFamily="49" charset="0"/>
            </a:endParaRPr>
          </a:p>
          <a:p>
            <a:pPr>
              <a:lnSpc>
                <a:spcPts val="1425"/>
              </a:lnSpc>
              <a:buNone/>
            </a:pPr>
            <a:r>
              <a:rPr lang="pt-PT" dirty="0">
                <a:solidFill>
                  <a:schemeClr val="bg1"/>
                </a:solidFill>
                <a:latin typeface="Consolas" panose="020B0609020204030204" pitchFamily="49" charset="0"/>
              </a:rPr>
              <a:t>☠️ </a:t>
            </a:r>
            <a:r>
              <a:rPr lang="pt-PT" dirty="0" err="1">
                <a:solidFill>
                  <a:schemeClr val="bg1"/>
                </a:solidFill>
                <a:latin typeface="Consolas" panose="020B0609020204030204" pitchFamily="49" charset="0"/>
              </a:rPr>
              <a:t>Poison</a:t>
            </a:r>
            <a:endParaRPr lang="pt-PT" dirty="0">
              <a:solidFill>
                <a:schemeClr val="bg1"/>
              </a:solidFill>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endParaRPr lang="pt-PT" b="0" dirty="0">
              <a:solidFill>
                <a:schemeClr val="bg1"/>
              </a:solidFill>
              <a:effectLst/>
              <a:latin typeface="Consolas" panose="020B0609020204030204" pitchFamily="49" charset="0"/>
            </a:endParaRPr>
          </a:p>
          <a:p>
            <a:pPr>
              <a:lnSpc>
                <a:spcPts val="1425"/>
              </a:lnSpc>
              <a:buNone/>
            </a:pPr>
            <a:r>
              <a:rPr lang="pt-PT" dirty="0">
                <a:solidFill>
                  <a:schemeClr val="bg1"/>
                </a:solidFill>
                <a:latin typeface="Consolas" panose="020B0609020204030204" pitchFamily="49" charset="0"/>
              </a:rPr>
              <a:t> 🗿	</a:t>
            </a:r>
            <a:r>
              <a:rPr lang="pt-PT" b="0" dirty="0">
                <a:solidFill>
                  <a:schemeClr val="bg1"/>
                </a:solidFill>
                <a:effectLst/>
                <a:latin typeface="Consolas" panose="020B0609020204030204" pitchFamily="49" charset="0"/>
              </a:rPr>
              <a:t>Rock</a:t>
            </a:r>
          </a:p>
          <a:p>
            <a:pPr>
              <a:lnSpc>
                <a:spcPts val="1425"/>
              </a:lnSpc>
              <a:buNone/>
            </a:pPr>
            <a:endParaRPr lang="pt-PT" dirty="0">
              <a:solidFill>
                <a:schemeClr val="bg1"/>
              </a:solidFill>
              <a:latin typeface="Consolas" panose="020B0609020204030204" pitchFamily="49" charset="0"/>
            </a:endParaRPr>
          </a:p>
          <a:p>
            <a:pPr>
              <a:lnSpc>
                <a:spcPts val="1425"/>
              </a:lnSpc>
            </a:pPr>
            <a:endParaRPr lang="pt-PT" dirty="0">
              <a:solidFill>
                <a:schemeClr val="bg1"/>
              </a:solidFill>
              <a:latin typeface="Consolas" panose="020B0609020204030204" pitchFamily="49" charset="0"/>
            </a:endParaRPr>
          </a:p>
          <a:p>
            <a:pPr>
              <a:lnSpc>
                <a:spcPts val="1425"/>
              </a:lnSpc>
            </a:pPr>
            <a:r>
              <a:rPr lang="pt-PT" dirty="0">
                <a:solidFill>
                  <a:schemeClr val="bg1"/>
                </a:solidFill>
                <a:latin typeface="Consolas" panose="020B0609020204030204" pitchFamily="49" charset="0"/>
              </a:rPr>
              <a:t> 💧 </a:t>
            </a:r>
            <a:r>
              <a:rPr lang="pt-PT" dirty="0" err="1">
                <a:solidFill>
                  <a:schemeClr val="bg1"/>
                </a:solidFill>
                <a:latin typeface="Consolas" panose="020B0609020204030204" pitchFamily="49" charset="0"/>
              </a:rPr>
              <a:t>Water</a:t>
            </a:r>
            <a:r>
              <a:rPr lang="pt-PT" dirty="0">
                <a:solidFill>
                  <a:schemeClr val="bg1"/>
                </a:solidFill>
                <a:latin typeface="Consolas" panose="020B0609020204030204" pitchFamily="49" charset="0"/>
              </a:rPr>
              <a:t> </a:t>
            </a:r>
            <a:r>
              <a:rPr lang="pt-PT" b="0" dirty="0">
                <a:solidFill>
                  <a:schemeClr val="bg1"/>
                </a:solidFill>
                <a:effectLst/>
                <a:latin typeface="Consolas" panose="020B0609020204030204" pitchFamily="49" charset="0"/>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2869798500"/>
              </p:ext>
            </p:extLst>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3" name="Shape 2">
            <a:extLst>
              <a:ext uri="{FF2B5EF4-FFF2-40B4-BE49-F238E27FC236}">
                <a16:creationId xmlns:a16="http://schemas.microsoft.com/office/drawing/2014/main" id="{38A8D6A8-AD5B-DFFE-60A6-0C54690D0F66}"/>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4" name="Rectangle: Rounded Corners 13">
            <a:extLst>
              <a:ext uri="{FF2B5EF4-FFF2-40B4-BE49-F238E27FC236}">
                <a16:creationId xmlns:a16="http://schemas.microsoft.com/office/drawing/2014/main" id="{99F783A6-E811-D1C2-14F7-FA91D7440BE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Consolas" panose="020B0609020204030204" pitchFamily="49" charset="0"/>
              </a:rPr>
              <a:t>🐛 Bug	⚔️ </a:t>
            </a:r>
            <a:r>
              <a:rPr lang="pt-PT" sz="1100" dirty="0" err="1">
                <a:solidFill>
                  <a:schemeClr val="bg1"/>
                </a:solidFill>
                <a:latin typeface="Consolas" panose="020B0609020204030204" pitchFamily="49" charset="0"/>
              </a:rPr>
              <a:t>Fighting</a:t>
            </a:r>
            <a:r>
              <a:rPr lang="pt-PT" sz="1100" dirty="0">
                <a:solidFill>
                  <a:schemeClr val="bg1"/>
                </a:solidFill>
                <a:latin typeface="Consolas" panose="020B0609020204030204" pitchFamily="49" charset="0"/>
              </a:rPr>
              <a:t>	 </a:t>
            </a:r>
            <a:r>
              <a:rPr lang="pt-PT" sz="1100" b="0" dirty="0">
                <a:solidFill>
                  <a:schemeClr val="bg1"/>
                </a:solidFill>
                <a:effectLst/>
                <a:latin typeface="Consolas" panose="020B0609020204030204" pitchFamily="49" charset="0"/>
              </a:rPr>
              <a:t>🔥 </a:t>
            </a:r>
            <a:r>
              <a:rPr lang="pt-PT" sz="1100" b="0" dirty="0" err="1">
                <a:solidFill>
                  <a:schemeClr val="bg1"/>
                </a:solidFill>
                <a:effectLst/>
                <a:latin typeface="Consolas" panose="020B0609020204030204" pitchFamily="49" charset="0"/>
              </a:rPr>
              <a:t>Fire</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a:t>
            </a:r>
            <a:r>
              <a:rPr lang="pt-PT" sz="1100" dirty="0" err="1">
                <a:solidFill>
                  <a:schemeClr val="bg1"/>
                </a:solidFill>
                <a:latin typeface="Consolas" panose="020B0609020204030204" pitchFamily="49" charset="0"/>
              </a:rPr>
              <a:t>Grass</a:t>
            </a:r>
            <a:r>
              <a:rPr lang="pt-PT" sz="1100" dirty="0">
                <a:solidFill>
                  <a:schemeClr val="bg1"/>
                </a:solidFill>
                <a:latin typeface="Consolas" panose="020B0609020204030204" pitchFamily="49" charset="0"/>
              </a:rPr>
              <a:t>     🌍 </a:t>
            </a:r>
            <a:r>
              <a:rPr lang="pt-PT" sz="1100" dirty="0" err="1">
                <a:solidFill>
                  <a:schemeClr val="bg1"/>
                </a:solidFill>
                <a:latin typeface="Consolas" panose="020B0609020204030204" pitchFamily="49" charset="0"/>
              </a:rPr>
              <a:t>Ground</a:t>
            </a:r>
            <a:r>
              <a:rPr lang="pt-PT" sz="1100" dirty="0">
                <a:solidFill>
                  <a:schemeClr val="bg1"/>
                </a:solidFill>
                <a:latin typeface="Consolas" panose="020B0609020204030204" pitchFamily="49" charset="0"/>
              </a:rPr>
              <a:t>   </a:t>
            </a:r>
            <a:r>
              <a:rPr lang="pt-PT" sz="1100" b="0" dirty="0">
                <a:solidFill>
                  <a:schemeClr val="bg1"/>
                </a:solidFill>
                <a:effectLst/>
                <a:latin typeface="Consolas" panose="020B0609020204030204" pitchFamily="49" charset="0"/>
              </a:rPr>
              <a:t>😐 Normal  </a:t>
            </a:r>
            <a:r>
              <a:rPr lang="pt-PT" sz="1100" dirty="0">
                <a:solidFill>
                  <a:schemeClr val="bg1"/>
                </a:solidFill>
                <a:latin typeface="Consolas" panose="020B0609020204030204" pitchFamily="49" charset="0"/>
              </a:rPr>
              <a:t>☠️ </a:t>
            </a:r>
            <a:r>
              <a:rPr lang="pt-PT" sz="1100" dirty="0" err="1">
                <a:solidFill>
                  <a:schemeClr val="bg1"/>
                </a:solidFill>
                <a:latin typeface="Consolas" panose="020B0609020204030204" pitchFamily="49" charset="0"/>
              </a:rPr>
              <a:t>Poison</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Rock      </a:t>
            </a:r>
            <a:r>
              <a:rPr lang="pt-PT" sz="1100" dirty="0">
                <a:solidFill>
                  <a:schemeClr val="bg1"/>
                </a:solidFill>
                <a:latin typeface="Consolas" panose="020B0609020204030204" pitchFamily="49" charset="0"/>
              </a:rPr>
              <a:t>💧 </a:t>
            </a:r>
            <a:r>
              <a:rPr lang="pt-PT" sz="1100" dirty="0" err="1">
                <a:solidFill>
                  <a:schemeClr val="bg1"/>
                </a:solidFill>
                <a:latin typeface="Consolas" panose="020B0609020204030204" pitchFamily="49" charset="0"/>
              </a:rPr>
              <a:t>Water</a:t>
            </a:r>
            <a:endParaRPr lang="pt-PT" sz="1100" b="0" dirty="0">
              <a:solidFill>
                <a:schemeClr val="bg1"/>
              </a:solidFill>
              <a:effectLst/>
              <a:latin typeface="Consolas" panose="020B0609020204030204" pitchFamily="49"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1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Blue channel spikes above R and G near value 200 </a:t>
            </a:r>
          </a:p>
          <a:p>
            <a:pPr marL="0" indent="0">
              <a:buNone/>
            </a:pPr>
            <a:r>
              <a:rPr lang="en-US" sz="1100" dirty="0">
                <a:solidFill>
                  <a:srgbClr val="3D5A73"/>
                </a:solidFill>
                <a:latin typeface="Calibri" pitchFamily="34" charset="0"/>
                <a:ea typeface="Calibri" pitchFamily="34" charset="-122"/>
                <a:cs typeface="Calibri" pitchFamily="34" charset="-120"/>
              </a:rPr>
              <a:t>  — confirms blue bias (Water...)</a:t>
            </a:r>
            <a:endParaRPr lang="en-US" sz="1100" dirty="0"/>
          </a:p>
        </p:txBody>
      </p:sp>
      <p:sp>
        <p:nvSpPr>
          <p:cNvPr id="19" name="Shape 2">
            <a:extLst>
              <a:ext uri="{FF2B5EF4-FFF2-40B4-BE49-F238E27FC236}">
                <a16:creationId xmlns:a16="http://schemas.microsoft.com/office/drawing/2014/main" id="{4A2F4858-2B4E-F60A-6464-8E5498DD17F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0" name="Rectangle: Rounded Corners 19">
            <a:extLst>
              <a:ext uri="{FF2B5EF4-FFF2-40B4-BE49-F238E27FC236}">
                <a16:creationId xmlns:a16="http://schemas.microsoft.com/office/drawing/2014/main" id="{35889E4C-B4E3-3E35-3D0F-D1AFC8C0B52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4" name="Shape 2"/>
          <p:cNvSpPr/>
          <p:nvPr/>
        </p:nvSpPr>
        <p:spPr>
          <a:xfrm>
            <a:off x="7863840" y="109728"/>
            <a:ext cx="109728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1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1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1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1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1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100" dirty="0">
                <a:solidFill>
                  <a:srgbClr val="1A2B3C"/>
                </a:solidFill>
                <a:latin typeface="Calibri" pitchFamily="34" charset="0"/>
                <a:ea typeface="Calibri" pitchFamily="34" charset="-122"/>
                <a:cs typeface="Calibri" pitchFamily="34" charset="-120"/>
              </a:rPr>
              <a:t>   » MLP physically cannot.</a:t>
            </a:r>
            <a:endParaRPr lang="en-US" sz="1100" dirty="0"/>
          </a:p>
        </p:txBody>
      </p:sp>
      <p:sp>
        <p:nvSpPr>
          <p:cNvPr id="19" name="Shape 2">
            <a:extLst>
              <a:ext uri="{FF2B5EF4-FFF2-40B4-BE49-F238E27FC236}">
                <a16:creationId xmlns:a16="http://schemas.microsoft.com/office/drawing/2014/main" id="{AB033768-3A18-83DB-B141-476BA2907D25}"/>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0" name="Rectangle: Rounded Corners 19">
            <a:extLst>
              <a:ext uri="{FF2B5EF4-FFF2-40B4-BE49-F238E27FC236}">
                <a16:creationId xmlns:a16="http://schemas.microsoft.com/office/drawing/2014/main" id="{2F3AA9F3-3B6A-358A-0A50-5A6035AD22F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1942382885"/>
              </p:ext>
            </p:extLst>
          </p:nvPr>
        </p:nvGraphicFramePr>
        <p:xfrm>
          <a:off x="111124" y="1593556"/>
          <a:ext cx="8944587" cy="3247257"/>
        </p:xfrm>
        <a:graphic>
          <a:graphicData uri="http://schemas.openxmlformats.org/drawingml/2006/table">
            <a:tbl>
              <a:tblPr>
                <a:tableStyleId>{B301B821-A1FF-4177-AEE7-76D212191A09}</a:tableStyleId>
              </a:tblPr>
              <a:tblGrid>
                <a:gridCol w="157661">
                  <a:extLst>
                    <a:ext uri="{9D8B030D-6E8A-4147-A177-3AD203B41FA5}">
                      <a16:colId xmlns:a16="http://schemas.microsoft.com/office/drawing/2014/main" val="3452336729"/>
                    </a:ext>
                  </a:extLst>
                </a:gridCol>
                <a:gridCol w="840854">
                  <a:extLst>
                    <a:ext uri="{9D8B030D-6E8A-4147-A177-3AD203B41FA5}">
                      <a16:colId xmlns:a16="http://schemas.microsoft.com/office/drawing/2014/main" val="3394786443"/>
                    </a:ext>
                  </a:extLst>
                </a:gridCol>
                <a:gridCol w="1797325">
                  <a:extLst>
                    <a:ext uri="{9D8B030D-6E8A-4147-A177-3AD203B41FA5}">
                      <a16:colId xmlns:a16="http://schemas.microsoft.com/office/drawing/2014/main" val="2858452526"/>
                    </a:ext>
                  </a:extLst>
                </a:gridCol>
                <a:gridCol w="1881412">
                  <a:extLst>
                    <a:ext uri="{9D8B030D-6E8A-4147-A177-3AD203B41FA5}">
                      <a16:colId xmlns:a16="http://schemas.microsoft.com/office/drawing/2014/main" val="2404321311"/>
                    </a:ext>
                  </a:extLst>
                </a:gridCol>
                <a:gridCol w="1681708">
                  <a:extLst>
                    <a:ext uri="{9D8B030D-6E8A-4147-A177-3AD203B41FA5}">
                      <a16:colId xmlns:a16="http://schemas.microsoft.com/office/drawing/2014/main" val="4148939698"/>
                    </a:ext>
                  </a:extLst>
                </a:gridCol>
                <a:gridCol w="2585627">
                  <a:extLst>
                    <a:ext uri="{9D8B030D-6E8A-4147-A177-3AD203B41FA5}">
                      <a16:colId xmlns:a16="http://schemas.microsoft.com/office/drawing/2014/main" val="3476846084"/>
                    </a:ext>
                  </a:extLst>
                </a:gridCol>
              </a:tblGrid>
              <a:tr h="0">
                <a:tc>
                  <a:txBody>
                    <a:bodyPr/>
                    <a:lstStyle/>
                    <a:p>
                      <a:pPr algn="l" fontAlgn="ctr">
                        <a:buNone/>
                      </a:pPr>
                      <a:r>
                        <a:rPr lang="pt-PT" sz="1050" u="none" strike="noStrike" dirty="0">
                          <a:effectLst/>
                        </a:rPr>
                        <a:t>ID</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Name</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Model</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Criterion</a:t>
                      </a:r>
                      <a:r>
                        <a:rPr lang="pt-PT" sz="1100" u="none" strike="noStrike" dirty="0">
                          <a:effectLst/>
                        </a:rPr>
                        <a:t> (~</a:t>
                      </a:r>
                      <a:r>
                        <a:rPr lang="pt-PT" sz="1100" u="none" strike="noStrike" dirty="0" err="1">
                          <a:effectLst/>
                        </a:rPr>
                        <a:t>loss</a:t>
                      </a:r>
                      <a:r>
                        <a:rPr lang="pt-PT" sz="1100" u="none" strike="noStrike" dirty="0">
                          <a:effectLst/>
                        </a:rPr>
                        <a:t> </a:t>
                      </a:r>
                      <a:r>
                        <a:rPr lang="pt-PT" sz="1100" u="none" strike="noStrike" dirty="0" err="1">
                          <a:effectLst/>
                        </a:rPr>
                        <a:t>function</a:t>
                      </a:r>
                      <a:r>
                        <a:rPr lang="pt-PT" sz="1100" u="none" strike="noStrike" dirty="0">
                          <a:effectLst/>
                        </a:rPr>
                        <a:t>)</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Optimizer</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u="none" strike="noStrike" dirty="0" err="1">
                          <a:effectLst/>
                        </a:rPr>
                        <a:t>Purpose</a:t>
                      </a:r>
                      <a:endParaRPr lang="pt-PT" sz="110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85619">
                <a:tc>
                  <a:txBody>
                    <a:bodyPr/>
                    <a:lstStyle/>
                    <a:p>
                      <a:pPr algn="l" fontAlgn="ctr">
                        <a:buNone/>
                      </a:pPr>
                      <a:r>
                        <a:rPr lang="pt-PT" sz="1050" u="none" strike="noStrike">
                          <a:effectLst/>
                        </a:rPr>
                        <a:t>A</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err="1">
                          <a:effectLst/>
                        </a:rPr>
                        <a:t>vanilla</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MLP([128, 64], drop=0, no BN)</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CrossEntropy</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True bare baseline — no regularisation at all</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85619">
                <a:tc>
                  <a:txBody>
                    <a:bodyPr/>
                    <a:lstStyle/>
                    <a:p>
                      <a:pPr algn="l" fontAlgn="ctr">
                        <a:buNone/>
                      </a:pPr>
                      <a:r>
                        <a:rPr lang="pt-PT" sz="1050" u="none" strike="noStrike">
                          <a:effectLst/>
                        </a:rPr>
                        <a:t>B</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err="1">
                          <a:effectLst/>
                        </a:rPr>
                        <a:t>mlp_base</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u="none" strike="noStrike" dirty="0">
                          <a:effectLst/>
                        </a:rPr>
                        <a:t>MLP([512, 256, 128], drop=0.4)</a:t>
                      </a:r>
                      <a:endParaRPr lang="fr-FR"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CE + </a:t>
                      </a:r>
                      <a:r>
                        <a:rPr lang="pt-PT" sz="1050" u="none" strike="noStrike" dirty="0" err="1">
                          <a:effectLst/>
                        </a:rPr>
                        <a:t>class</a:t>
                      </a:r>
                      <a:r>
                        <a:rPr lang="pt-PT" sz="1050" u="none" strike="noStrike" dirty="0">
                          <a:effectLst/>
                        </a:rPr>
                        <a:t> </a:t>
                      </a:r>
                      <a:r>
                        <a:rPr lang="pt-PT" sz="1050" u="none" strike="noStrike" dirty="0" err="1">
                          <a:effectLst/>
                        </a:rPr>
                        <a:t>weights</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First </a:t>
                      </a:r>
                      <a:r>
                        <a:rPr lang="en-US" sz="1050" u="none" strike="noStrike" dirty="0" err="1">
                          <a:effectLst/>
                        </a:rPr>
                        <a:t>Colab</a:t>
                      </a:r>
                      <a:r>
                        <a:rPr lang="en-US" sz="1050" u="none" strike="noStrike" dirty="0">
                          <a:effectLst/>
                        </a:rPr>
                        <a:t> run result (~0.193)</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85619">
                <a:tc>
                  <a:txBody>
                    <a:bodyPr/>
                    <a:lstStyle/>
                    <a:p>
                      <a:pPr algn="l" fontAlgn="ctr">
                        <a:buNone/>
                      </a:pPr>
                      <a:r>
                        <a:rPr lang="pt-PT" sz="1050" u="none" strike="noStrike">
                          <a:effectLst/>
                        </a:rPr>
                        <a:t>C</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ls01_drop03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dirty="0">
                          <a:effectLst/>
                        </a:rPr>
                        <a:t>MLP([512, 256, 128], drop=0.3)</a:t>
                      </a:r>
                      <a:endParaRPr lang="fr-FR"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Softer targets + lighter dropout</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85619">
                <a:tc>
                  <a:txBody>
                    <a:bodyPr/>
                    <a:lstStyle/>
                    <a:p>
                      <a:pPr algn="l" fontAlgn="ctr">
                        <a:buNone/>
                      </a:pPr>
                      <a:r>
                        <a:rPr lang="pt-PT" sz="1050" u="none" strike="noStrike">
                          <a:effectLst/>
                        </a:rPr>
                        <a:t>D</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wd1e4</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u="none" strike="noStrike" dirty="0">
                          <a:effectLst/>
                        </a:rPr>
                        <a:t>MLP([512, 256, 128], drop=0.3)</a:t>
                      </a:r>
                      <a:endParaRPr lang="fr-FR"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CE + weights + </a:t>
                      </a:r>
                      <a:r>
                        <a:rPr lang="en-US" sz="1050" u="none" strike="noStrike" dirty="0" err="1">
                          <a:effectLst/>
                        </a:rPr>
                        <a:t>label_smoothing</a:t>
                      </a:r>
                      <a:r>
                        <a:rPr lang="en-US" sz="1050" u="none" strike="noStrike" dirty="0">
                          <a:effectLst/>
                        </a:rPr>
                        <a:t>=0.1</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 WD=1e-4</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L2 reg on top of C</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171238">
                <a:tc>
                  <a:txBody>
                    <a:bodyPr/>
                    <a:lstStyle/>
                    <a:p>
                      <a:pPr algn="l" fontAlgn="ctr">
                        <a:buNone/>
                      </a:pPr>
                      <a:r>
                        <a:rPr lang="pt-PT" sz="1050" u="none" strike="noStrike">
                          <a:effectLst/>
                        </a:rPr>
                        <a:t>E</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sampler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a:effectLst/>
                        </a:rPr>
                        <a:t>MLP([512, 256, 128],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label_smoothing=0.1 (sampler used instead of class-weights)</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a:effectLst/>
                        </a:rPr>
                        <a:t>Adam </a:t>
                      </a:r>
                      <a:r>
                        <a:rPr lang="pt-PT" sz="1050" u="none" strike="noStrike" dirty="0" err="1">
                          <a:effectLst/>
                        </a:rPr>
                        <a:t>lr</a:t>
                      </a:r>
                      <a:r>
                        <a:rPr lang="pt-PT" sz="1050" u="none" strike="noStrike" dirty="0">
                          <a:effectLst/>
                        </a:rPr>
                        <a:t>=1e-3</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WeightedRandomSampler replaces class weights</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85619">
                <a:tc>
                  <a:txBody>
                    <a:bodyPr/>
                    <a:lstStyle/>
                    <a:p>
                      <a:pPr algn="l" fontAlgn="ctr">
                        <a:buNone/>
                      </a:pPr>
                      <a:r>
                        <a:rPr lang="pt-PT" sz="1050" u="none" strike="noStrike">
                          <a:effectLst/>
                        </a:rPr>
                        <a:t>F</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a:effectLst/>
                        </a:rPr>
                        <a:t>narrow</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u="none" strike="noStrike">
                          <a:effectLst/>
                        </a:rPr>
                        <a:t>MLP([256, 128, 64, 32],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u="none" strike="noStrike">
                          <a:effectLst/>
                        </a:rPr>
                        <a:t>Adam lr=1e-3, WD=1e-4</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u="none" strike="noStrike" dirty="0">
                          <a:effectLst/>
                        </a:rPr>
                        <a:t>Fewer params per layer — less overfit?</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85619">
                <a:tc>
                  <a:txBody>
                    <a:bodyPr/>
                    <a:lstStyle/>
                    <a:p>
                      <a:pPr algn="l" fontAlgn="ctr">
                        <a:buNone/>
                      </a:pPr>
                      <a:r>
                        <a:rPr lang="pt-PT" sz="1050" u="none" strike="noStrike">
                          <a:effectLst/>
                        </a:rPr>
                        <a:t>G</a:t>
                      </a:r>
                      <a:endParaRPr lang="pt-PT" sz="1050" b="0" i="0" u="none" strike="noStrike">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err="1">
                          <a:effectLst/>
                        </a:rPr>
                        <a:t>bottleneck</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a:effectLst/>
                        </a:rPr>
                        <a:t>MLP([512, 1024, 256, 128],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 WD=1e-4</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Wide middle captures more combinations?</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171238">
                <a:tc>
                  <a:txBody>
                    <a:bodyPr/>
                    <a:lstStyle/>
                    <a:p>
                      <a:pPr algn="l" fontAlgn="ctr">
                        <a:buNone/>
                      </a:pPr>
                      <a:r>
                        <a:rPr lang="pt-PT" sz="1050" u="none" strike="noStrike" dirty="0">
                          <a:effectLst/>
                        </a:rPr>
                        <a:t>M</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c_sampler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MLP([512, 256, 128], drop=0.3) + WeightedSampler</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label_smoothing=0.1 (sampler replaces class-weights)</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dirty="0">
                          <a:effectLst/>
                        </a:rPr>
                        <a:t>Sampler on top of C — ~same as E (val_macro_f1=0.2361)</a:t>
                      </a:r>
                      <a:endParaRPr lang="en-US"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171238">
                <a:tc>
                  <a:txBody>
                    <a:bodyPr/>
                    <a:lstStyle/>
                    <a:p>
                      <a:pPr algn="l" fontAlgn="ctr">
                        <a:buNone/>
                      </a:pPr>
                      <a:r>
                        <a:rPr lang="pt-PT" sz="1050" u="none" strike="noStrike" dirty="0">
                          <a:effectLst/>
                        </a:rPr>
                        <a:t>N</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cosine_lr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MLP([512, 256, 128], drop=0.3) + CosineAnnealing</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 + CosineAnnealingLR</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Cosine schedule, no improvement (val_macro_f1=0.2251)</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171238">
                <a:tc>
                  <a:txBody>
                    <a:bodyPr/>
                    <a:lstStyle/>
                    <a:p>
                      <a:pPr algn="l" fontAlgn="ctr">
                        <a:buNone/>
                      </a:pPr>
                      <a:r>
                        <a:rPr lang="pt-PT" sz="1050" u="none" strike="noStrike" dirty="0">
                          <a:effectLst/>
                        </a:rPr>
                        <a:t>R</a:t>
                      </a:r>
                      <a:endParaRPr lang="pt-PT" sz="1050" b="0" i="0" u="none" strike="noStrike" dirty="0">
                        <a:solidFill>
                          <a:srgbClr val="000000"/>
                        </a:solidFill>
                        <a:effectLst/>
                        <a:latin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ls015_drop03</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u="none" strike="noStrike">
                          <a:effectLst/>
                        </a:rPr>
                        <a:t>MLP([512, 256, 128], drop=0.3)</a:t>
                      </a:r>
                      <a:endParaRPr lang="fr-FR"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u="none" strike="noStrike">
                          <a:effectLst/>
                        </a:rPr>
                        <a:t>CE + weights + label_smoothing=0.15</a:t>
                      </a:r>
                      <a:endParaRPr lang="en-US"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a:effectLst/>
                        </a:rPr>
                        <a:t>Adam lr=1e-3, WD=1e-4</a:t>
                      </a:r>
                      <a:endParaRPr lang="pt-PT" sz="1050" b="0" i="0" u="none" strike="noStrike">
                        <a:solidFill>
                          <a:srgbClr val="000000"/>
                        </a:solidFill>
                        <a:effectLst/>
                        <a:latin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u="none" strike="noStrike" dirty="0" err="1">
                          <a:effectLst/>
                        </a:rPr>
                        <a:t>Best</a:t>
                      </a:r>
                      <a:r>
                        <a:rPr lang="pt-PT" sz="1050" u="none" strike="noStrike" dirty="0">
                          <a:effectLst/>
                        </a:rPr>
                        <a:t> solo — LS=0.15 &gt; LS=0.10 (val_macro_f1=0.2396)</a:t>
                      </a:r>
                      <a:endParaRPr lang="pt-PT" sz="1050" b="0" i="0" u="none" strike="noStrike" dirty="0">
                        <a:solidFill>
                          <a:srgbClr val="000000"/>
                        </a:solidFill>
                        <a:effectLst/>
                        <a:latin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rgbClr val="00A896"/>
                </a:solidFill>
                <a:latin typeface="Trebuchet MS" pitchFamily="34" charset="0"/>
              </a:rPr>
              <a:t>Strategy: </a:t>
            </a:r>
            <a:r>
              <a:rPr lang="en-US" sz="1200" dirty="0">
                <a:solidFill>
                  <a:srgbClr val="AACCD8"/>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rgbClr val="AACCD8"/>
                </a:solidFill>
                <a:latin typeface="Calibri" pitchFamily="34" charset="0"/>
              </a:rPr>
              <a:t>Then, having a sense of the best models so we explored different small variations of them.</a:t>
            </a:r>
          </a:p>
          <a:p>
            <a:pPr>
              <a:buNone/>
            </a:pPr>
            <a:r>
              <a:rPr lang="en-US" sz="1200" dirty="0">
                <a:solidFill>
                  <a:srgbClr val="AACCD8"/>
                </a:solidFill>
                <a:latin typeface="Calibri" pitchFamily="34" charset="0"/>
              </a:rPr>
              <a:t>We explored over 20 different models. Here we present a small sample of them.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a:extLst>
              <a:ext uri="{FF2B5EF4-FFF2-40B4-BE49-F238E27FC236}">
                <a16:creationId xmlns:a16="http://schemas.microsoft.com/office/drawing/2014/main" id="{C10F59D1-45A8-B58F-2540-9FA497376AF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rgbClr val="00A896"/>
                </a:solidFill>
                <a:latin typeface="Trebuchet MS" pitchFamily="34" charset="0"/>
              </a:rPr>
              <a:t>Strategy: </a:t>
            </a:r>
            <a:r>
              <a:rPr lang="en-US" sz="1200" dirty="0">
                <a:solidFill>
                  <a:srgbClr val="AACCD8"/>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solidFill>
              <a:srgbClr val="00A896"/>
            </a:solid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color-dependent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rgbClr val="FFFFFF"/>
          </a:solidFill>
          <a:ln w="6350">
            <a:solidFill>
              <a:srgbClr val="D8E4EC"/>
            </a:solid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00185" cy="1388356"/>
          </a:xfrm>
          <a:prstGeom prst="rect">
            <a:avLst/>
          </a:prstGeom>
        </p:spPr>
      </p:pic>
    </p:spTree>
    <p:extLst>
      <p:ext uri="{BB962C8B-B14F-4D97-AF65-F5344CB8AC3E}">
        <p14:creationId xmlns:p14="http://schemas.microsoft.com/office/powerpoint/2010/main" val="3772889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rgbClr val="00A896"/>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73959" y="1411390"/>
            <a:ext cx="4648199"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56840"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74320" y="3179744"/>
            <a:ext cx="46482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506666"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39AA655E-DFCA-46F8-1411-C263A94E8474}"/>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a:extLst>
              <a:ext uri="{FF2B5EF4-FFF2-40B4-BE49-F238E27FC236}">
                <a16:creationId xmlns:a16="http://schemas.microsoft.com/office/drawing/2014/main" id="{5F165A5E-3913-649C-D4DC-65B43915AF3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rgbClr val="00A896"/>
                </a:solidFill>
                <a:latin typeface="Trebuchet MS" pitchFamily="34" charset="0"/>
              </a:rPr>
              <a:t>Strategy: </a:t>
            </a:r>
            <a:r>
              <a:rPr lang="en-US" sz="1200" dirty="0">
                <a:solidFill>
                  <a:srgbClr val="AACCD8"/>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rgbClr val="AACCD8"/>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Tree>
    <p:extLst>
      <p:ext uri="{BB962C8B-B14F-4D97-AF65-F5344CB8AC3E}">
        <p14:creationId xmlns:p14="http://schemas.microsoft.com/office/powerpoint/2010/main" val="2389097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a:solidFill>
                  <a:srgbClr val="028090"/>
                </a:solidFill>
                <a:latin typeface="Calibri" pitchFamily="34" charset="0"/>
              </a:rPr>
              <a:t>BatchNorm1d</a:t>
            </a:r>
          </a:p>
          <a:p>
            <a:pPr lvl="1"/>
            <a:r>
              <a:rPr lang="en-US" sz="1000" dirty="0">
                <a:solidFill>
                  <a:srgbClr val="1A2B3C"/>
                </a:solidFill>
                <a:latin typeface="Calibri" pitchFamily="34" charset="0"/>
              </a:rPr>
              <a:t>- stabilizes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2</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rgbClr val="AACCD8"/>
                </a:solidFill>
                <a:latin typeface="Calibri" pitchFamily="34" charset="0"/>
              </a:rPr>
              <a:t>Feature-to-sample ratio d/n = 4.27 (want &lt;= 1)</a:t>
            </a:r>
          </a:p>
          <a:p>
            <a:pPr marL="228600" indent="-228600">
              <a:buChar char="•"/>
            </a:pPr>
            <a:r>
              <a:rPr lang="en-US" sz="1100" dirty="0">
                <a:solidFill>
                  <a:srgbClr val="AACCD8"/>
                </a:solidFill>
                <a:latin typeface="Calibri" pitchFamily="34" charset="0"/>
              </a:rPr>
              <a:t>12 288 features, only 2 880 training samples — extremely sparse space</a:t>
            </a:r>
          </a:p>
          <a:p>
            <a:pPr marL="228600" indent="-228600">
              <a:buChar char="•"/>
            </a:pPr>
            <a:r>
              <a:rPr lang="en-US" sz="1100" dirty="0">
                <a:solidFill>
                  <a:srgbClr val="AACCD8"/>
                </a:solidFill>
                <a:latin typeface="Calibri" pitchFamily="34" charset="0"/>
              </a:rPr>
              <a:t>No spatial inductive bias — MLP is essentially a colour histogram classifier</a:t>
            </a:r>
          </a:p>
          <a:p>
            <a:pPr marL="228600" indent="-228600">
              <a:buChar char="•"/>
            </a:pPr>
            <a:r>
              <a:rPr lang="en-US" sz="1100" dirty="0">
                <a:solidFill>
                  <a:srgbClr val="AACCD8"/>
                </a:solidFill>
                <a:latin typeface="Calibri" pitchFamily="34" charset="0"/>
              </a:rPr>
              <a:t>All top-6 models within 0.004 F1 — search is saturated</a:t>
            </a:r>
          </a:p>
          <a:p>
            <a:pPr>
              <a:buNone/>
            </a:pPr>
            <a:r>
              <a:rPr lang="en-US" sz="1100" b="1" dirty="0">
                <a:solidFill>
                  <a:srgbClr val="00A896"/>
                </a:solidFill>
                <a:latin typeface="Calibri" pitchFamily="34" charset="0"/>
              </a:rPr>
              <a:t>Next: CNN (Task 2) — spatial inductive bias will break this ceiling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4177813593"/>
              </p:ext>
            </p:extLst>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000" dirty="0"/>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3</a:t>
            </a:r>
            <a:endParaRPr lang="pt-PT"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Early Stopping — Results Across All Experiments</a:t>
            </a:r>
            <a:endParaRPr lang="en-US" sz="2200" dirty="0"/>
          </a:p>
        </p:txBody>
      </p:sp>
      <p:sp>
        <p:nvSpPr>
          <p:cNvPr id="4" name="Shape 2"/>
          <p:cNvSpPr/>
          <p:nvPr/>
        </p:nvSpPr>
        <p:spPr>
          <a:xfrm>
            <a:off x="7635240" y="109728"/>
            <a:ext cx="137160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426465843"/>
              </p:ext>
            </p:extLst>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Shape 2">
            <a:extLst>
              <a:ext uri="{FF2B5EF4-FFF2-40B4-BE49-F238E27FC236}">
                <a16:creationId xmlns:a16="http://schemas.microsoft.com/office/drawing/2014/main" id="{19C6034F-83B9-2393-B074-9BCEEDF2312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7" name="Rectangle: Rounded Corners 6">
            <a:extLst>
              <a:ext uri="{FF2B5EF4-FFF2-40B4-BE49-F238E27FC236}">
                <a16:creationId xmlns:a16="http://schemas.microsoft.com/office/drawing/2014/main" id="{A87C9746-02DE-E79B-7221-A06138DE9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3</a:t>
            </a:r>
            <a:endParaRPr lang="pt-PT" sz="1600" b="1"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Train Eff</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3</a:t>
            </a:r>
            <a:endParaRPr lang="en-US" sz="1600"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Kaggle public score</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27AE60"/>
          </a:solidFill>
          <a:ln w="12700">
            <a:solidFill>
              <a:srgbClr val="27AE60"/>
            </a:solidFill>
            <a:prstDash val="solid"/>
          </a:ln>
        </p:spPr>
        <p:txBody>
          <a:bodyPr/>
          <a:lstStyle/>
          <a:p>
            <a:endParaRPr lang="pt-PT"/>
          </a:p>
        </p:txBody>
      </p:sp>
      <p:sp>
        <p:nvSpPr>
          <p:cNvPr id="20" name="Text 18"/>
          <p:cNvSpPr/>
          <p:nvPr/>
        </p:nvSpPr>
        <p:spPr>
          <a:xfrm>
            <a:off x="6876288" y="886968"/>
            <a:ext cx="1993392" cy="658368"/>
          </a:xfrm>
          <a:prstGeom prst="rect">
            <a:avLst/>
          </a:prstGeom>
          <a:noFill/>
          <a:ln/>
        </p:spPr>
        <p:txBody>
          <a:bodyPr wrap="square" lIns="0" tIns="0" rIns="0" bIns="0" rtlCol="0" anchor="ctr"/>
          <a:lstStyle/>
          <a:p>
            <a:pPr marL="0" indent="0" algn="ctr">
              <a:buNone/>
            </a:pPr>
            <a:r>
              <a:rPr lang="en-US" sz="3200" b="1" dirty="0">
                <a:solidFill>
                  <a:srgbClr val="27AE60"/>
                </a:solidFill>
                <a:latin typeface="Trebuchet MS" pitchFamily="34" charset="0"/>
                <a:ea typeface="Trebuchet MS" pitchFamily="34" charset="-122"/>
                <a:cs typeface="Trebuchet MS" pitchFamily="34" charset="-120"/>
              </a:rPr>
              <a:t>2.18x</a:t>
            </a:r>
            <a:endParaRPr lang="en-US" sz="3200" dirty="0"/>
          </a:p>
        </p:txBody>
      </p:sp>
      <p:sp>
        <p:nvSpPr>
          <p:cNvPr id="21" name="Text 19"/>
          <p:cNvSpPr/>
          <p:nvPr/>
        </p:nvSpPr>
        <p:spPr>
          <a:xfrm>
            <a:off x="6876288"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Improvement over</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random baseline (0.111)</a:t>
            </a:r>
            <a:endParaRPr lang="en-US" sz="1100" dirty="0"/>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endParaRPr lang="pt-PT" sz="1600" b="1" dirty="0"/>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657600" cy="1124712"/>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2x better than random guess</a:t>
            </a:r>
          </a:p>
          <a:p>
            <a:pPr marL="228600" indent="-228600">
              <a:buChar char="•"/>
            </a:pPr>
            <a:endParaRPr lang="en-US" sz="1600" b="1" dirty="0">
              <a:solidFill>
                <a:srgbClr val="00A896"/>
              </a:solidFill>
              <a:latin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 — Color Palette Drives Performance</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rgbClr val="00A896"/>
                </a:solidFill>
                <a:latin typeface="Trebuchet MS"/>
              </a:rPr>
              <a:t>Pattern: </a:t>
            </a:r>
            <a:r>
              <a:rPr lang="en-US" sz="1100" dirty="0">
                <a:solidFill>
                  <a:srgbClr val="AACCD8"/>
                </a:solidFill>
                <a:latin typeface="Calibri"/>
              </a:rPr>
              <a:t>distinctive colour = high F1 (Fire/Poison/Water); shared palette or humanoid shape = low F1 (Bug/Rock/Fighting/Ground). </a:t>
            </a:r>
          </a:p>
          <a:p>
            <a:pPr>
              <a:buNone/>
            </a:pPr>
            <a:r>
              <a:rPr lang="en-US" sz="1100" dirty="0">
                <a:solidFill>
                  <a:srgbClr val="AACCD8"/>
                </a:solidFill>
                <a:latin typeface="Calibri"/>
              </a:rPr>
              <a:t>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rgbClr val="AACCD8"/>
                </a:solidFill>
                <a:latin typeface="Calibri"/>
              </a:rPr>
              <a:t>Normal = most diverse class: humanoids of every shape and size, no dominant colour</a:t>
            </a:r>
          </a:p>
          <a:p>
            <a:pPr marL="228600" indent="-228600">
              <a:buChar char="•"/>
            </a:pPr>
            <a:r>
              <a:rPr lang="en-US" sz="1100" dirty="0">
                <a:solidFill>
                  <a:srgbClr val="AACCD8"/>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extLst>
              <p:ext uri="{D42A27DB-BD31-4B8C-83A1-F6EECF244321}">
                <p14:modId xmlns:p14="http://schemas.microsoft.com/office/powerpoint/2010/main" val="1435827667"/>
              </p:ext>
            </p:extLst>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gap — val 0.2428 vs test 0.2288</a:t>
            </a:r>
          </a:p>
          <a:p>
            <a:pPr>
              <a:buNone/>
            </a:pPr>
            <a:r>
              <a:rPr lang="en-US" sz="2000" b="1" dirty="0">
                <a:solidFill>
                  <a:srgbClr val="FFFFFF"/>
                </a:solidFill>
                <a:latin typeface="Trebuchet MS"/>
              </a:rPr>
              <a:t>−0.014</a:t>
            </a: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Val set = 20% of the same sprite collection — easier than unseen test</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No data leakage confirmed — normalisation computed only from train split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2800" b="1" dirty="0"/>
              <a:t>4</a:t>
            </a:r>
            <a:endParaRPr lang="pt-PT"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2.18x above random baseline. All 19 solo + 7 ensemble experiments are above random.</a:t>
            </a:r>
            <a:endParaRPr lang="en-US" sz="1000" dirty="0"/>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LS=0.15 rescued Rock from F1=0.000. All top-6 solo experiments use LS ≥ 0.1.</a:t>
            </a:r>
            <a:endParaRPr lang="en-US" sz="1000" dirty="0"/>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00" dirty="0"/>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val_loss ≈ log(9) = random. Feature-to-sample ratio 4.26:1 = no amount of tuning fixes this.</a:t>
            </a:r>
            <a:endParaRPr lang="en-US" sz="1000" dirty="0"/>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00" dirty="0">
                <a:solidFill>
                  <a:srgbClr val="7AADCC"/>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00" dirty="0"/>
          </a:p>
        </p:txBody>
      </p:sp>
      <p:sp>
        <p:nvSpPr>
          <p:cNvPr id="26" name="Shape 24"/>
          <p:cNvSpPr/>
          <p:nvPr/>
        </p:nvSpPr>
        <p:spPr>
          <a:xfrm>
            <a:off x="6565392" y="804672"/>
            <a:ext cx="2331720" cy="4114800"/>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0" name="Text 28"/>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421</TotalTime>
  <Words>3820</Words>
  <Application>Microsoft Office PowerPoint</Application>
  <PresentationFormat>Apresentação no Ecrã (16:9)</PresentationFormat>
  <Paragraphs>669</Paragraphs>
  <Slides>29</Slides>
  <Notes>17</Notes>
  <HiddenSlides>0</HiddenSlides>
  <MMClips>0</MMClips>
  <ScaleCrop>false</ScaleCrop>
  <HeadingPairs>
    <vt:vector size="6" baseType="variant">
      <vt:variant>
        <vt:lpstr>Tipos de letra usados</vt:lpstr>
      </vt:variant>
      <vt:variant>
        <vt:i4>6</vt:i4>
      </vt:variant>
      <vt:variant>
        <vt:lpstr>Tema</vt:lpstr>
      </vt:variant>
      <vt:variant>
        <vt:i4>2</vt:i4>
      </vt:variant>
      <vt:variant>
        <vt:lpstr>Títulos dos diapositivos</vt:lpstr>
      </vt:variant>
      <vt:variant>
        <vt:i4>29</vt:i4>
      </vt:variant>
    </vt:vector>
  </HeadingPairs>
  <TitlesOfParts>
    <vt:vector size="37" baseType="lpstr">
      <vt:lpstr>Arial</vt:lpstr>
      <vt:lpstr>Calibri</vt:lpstr>
      <vt:lpstr>Consolas</vt:lpstr>
      <vt:lpstr>Corbel</vt:lpstr>
      <vt:lpstr>Trebuchet MS</vt:lpstr>
      <vt:lpstr>Tw Cen MT</vt:lpstr>
      <vt:lpstr>Depth</vt:lpstr>
      <vt:lpstr>Droplet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Miguel Jose de Melo Ferreira Cangalhas</cp:lastModifiedBy>
  <cp:revision>18</cp:revision>
  <dcterms:created xsi:type="dcterms:W3CDTF">2026-03-07T01:48:48Z</dcterms:created>
  <dcterms:modified xsi:type="dcterms:W3CDTF">2026-03-17T17:43:07Z</dcterms:modified>
</cp:coreProperties>
</file>