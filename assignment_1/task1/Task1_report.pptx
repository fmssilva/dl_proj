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2"/>
  </p:notesMasterIdLst>
  <p:sldIdLst>
    <p:sldId id="256" r:id="rId3"/>
    <p:sldId id="257" r:id="rId4"/>
    <p:sldId id="281" r:id="rId5"/>
    <p:sldId id="258" r:id="rId6"/>
    <p:sldId id="259" r:id="rId7"/>
    <p:sldId id="260" r:id="rId8"/>
    <p:sldId id="261" r:id="rId9"/>
    <p:sldId id="262" r:id="rId10"/>
    <p:sldId id="263" r:id="rId11"/>
    <p:sldId id="282" r:id="rId12"/>
    <p:sldId id="288" r:id="rId13"/>
    <p:sldId id="295" r:id="rId14"/>
    <p:sldId id="285" r:id="rId15"/>
    <p:sldId id="286" r:id="rId16"/>
    <p:sldId id="287" r:id="rId17"/>
    <p:sldId id="296" r:id="rId18"/>
    <p:sldId id="289" r:id="rId19"/>
    <p:sldId id="290" r:id="rId20"/>
    <p:sldId id="283" r:id="rId21"/>
    <p:sldId id="271" r:id="rId22"/>
    <p:sldId id="273" r:id="rId23"/>
    <p:sldId id="293" r:id="rId24"/>
    <p:sldId id="284" r:id="rId25"/>
    <p:sldId id="275" r:id="rId26"/>
    <p:sldId id="297" r:id="rId27"/>
    <p:sldId id="298" r:id="rId28"/>
    <p:sldId id="299" r:id="rId29"/>
    <p:sldId id="278" r:id="rId30"/>
    <p:sldId id="279" r:id="rId31"/>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1B2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415491-CAAD-4ABA-B19F-C3CB9698F8BE}" v="143" dt="2026-03-17T16:24:42.72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91" d="100"/>
          <a:sy n="91" d="100"/>
        </p:scale>
        <p:origin x="490" y="36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cisco Silva" userId="a288cbaf746e6d0a" providerId="LiveId" clId="{4EFD071F-5353-44F5-81BE-1C2D6554C15B}"/>
    <pc:docChg chg="undo custSel addSld delSld modSld sldOrd">
      <pc:chgData name="Francisco Silva" userId="a288cbaf746e6d0a" providerId="LiveId" clId="{4EFD071F-5353-44F5-81BE-1C2D6554C15B}" dt="2026-03-17T16:28:02.613" v="4913" actId="1038"/>
      <pc:docMkLst>
        <pc:docMk/>
      </pc:docMkLst>
      <pc:sldChg chg="addSp delSp modSp mod">
        <pc:chgData name="Francisco Silva" userId="a288cbaf746e6d0a" providerId="LiveId" clId="{4EFD071F-5353-44F5-81BE-1C2D6554C15B}" dt="2026-03-07T02:51:12.560" v="162"/>
        <pc:sldMkLst>
          <pc:docMk/>
          <pc:sldMk cId="0" sldId="256"/>
        </pc:sldMkLst>
        <pc:spChg chg="mod">
          <ac:chgData name="Francisco Silva" userId="a288cbaf746e6d0a" providerId="LiveId" clId="{4EFD071F-5353-44F5-81BE-1C2D6554C15B}" dt="2026-03-07T02:41:10.024" v="72" actId="20577"/>
          <ac:spMkLst>
            <pc:docMk/>
            <pc:sldMk cId="0" sldId="256"/>
            <ac:spMk id="7" creationId="{00000000-0000-0000-0000-000000000000}"/>
          </ac:spMkLst>
        </pc:spChg>
        <pc:spChg chg="mod">
          <ac:chgData name="Francisco Silva" userId="a288cbaf746e6d0a" providerId="LiveId" clId="{4EFD071F-5353-44F5-81BE-1C2D6554C15B}" dt="2026-03-07T02:41:37.468" v="119" actId="20577"/>
          <ac:spMkLst>
            <pc:docMk/>
            <pc:sldMk cId="0" sldId="256"/>
            <ac:spMk id="9" creationId="{00000000-0000-0000-0000-000000000000}"/>
          </ac:spMkLst>
        </pc:spChg>
        <pc:picChg chg="add mod">
          <ac:chgData name="Francisco Silva" userId="a288cbaf746e6d0a" providerId="LiveId" clId="{4EFD071F-5353-44F5-81BE-1C2D6554C15B}" dt="2026-03-07T02:51:12.560" v="162"/>
          <ac:picMkLst>
            <pc:docMk/>
            <pc:sldMk cId="0" sldId="256"/>
            <ac:picMk id="11" creationId="{B5430560-568D-49E1-F0CD-C48B87341529}"/>
          </ac:picMkLst>
        </pc:picChg>
        <pc:picChg chg="add mod">
          <ac:chgData name="Francisco Silva" userId="a288cbaf746e6d0a" providerId="LiveId" clId="{4EFD071F-5353-44F5-81BE-1C2D6554C15B}" dt="2026-03-07T02:41:46.446" v="120" actId="14100"/>
          <ac:picMkLst>
            <pc:docMk/>
            <pc:sldMk cId="0" sldId="256"/>
            <ac:picMk id="1026" creationId="{BDDC356B-1E1B-DE14-ECB6-15D03218B5CE}"/>
          </ac:picMkLst>
        </pc:picChg>
        <pc:picChg chg="add mod">
          <ac:chgData name="Francisco Silva" userId="a288cbaf746e6d0a" providerId="LiveId" clId="{4EFD071F-5353-44F5-81BE-1C2D6554C15B}" dt="2026-03-07T02:40:25.560" v="49" actId="1076"/>
          <ac:picMkLst>
            <pc:docMk/>
            <pc:sldMk cId="0" sldId="256"/>
            <ac:picMk id="1028" creationId="{5ED66EE5-003F-1ED4-2274-3871AE979CE7}"/>
          </ac:picMkLst>
        </pc:picChg>
      </pc:sldChg>
      <pc:sldChg chg="addSp delSp modSp mod">
        <pc:chgData name="Francisco Silva" userId="a288cbaf746e6d0a" providerId="LiveId" clId="{4EFD071F-5353-44F5-81BE-1C2D6554C15B}" dt="2026-03-07T02:51:09.805" v="160" actId="1036"/>
        <pc:sldMkLst>
          <pc:docMk/>
          <pc:sldMk cId="0" sldId="257"/>
        </pc:sldMkLst>
        <pc:picChg chg="add mod">
          <ac:chgData name="Francisco Silva" userId="a288cbaf746e6d0a" providerId="LiveId" clId="{4EFD071F-5353-44F5-81BE-1C2D6554C15B}" dt="2026-03-07T02:51:09.805" v="160" actId="1036"/>
          <ac:picMkLst>
            <pc:docMk/>
            <pc:sldMk cId="0" sldId="257"/>
            <ac:picMk id="7" creationId="{468AEAC2-1FE2-5767-8EC3-4A82ADED1E0D}"/>
          </ac:picMkLst>
        </pc:picChg>
      </pc:sldChg>
      <pc:sldChg chg="addSp delSp modSp mod">
        <pc:chgData name="Francisco Silva" userId="a288cbaf746e6d0a" providerId="LiveId" clId="{4EFD071F-5353-44F5-81BE-1C2D6554C15B}" dt="2026-03-07T03:03:00.878" v="409" actId="115"/>
        <pc:sldMkLst>
          <pc:docMk/>
          <pc:sldMk cId="0" sldId="258"/>
        </pc:sldMkLst>
        <pc:spChg chg="add del">
          <ac:chgData name="Francisco Silva" userId="a288cbaf746e6d0a" providerId="LiveId" clId="{4EFD071F-5353-44F5-81BE-1C2D6554C15B}" dt="2026-03-07T02:43:12.419" v="129" actId="478"/>
          <ac:spMkLst>
            <pc:docMk/>
            <pc:sldMk cId="0" sldId="258"/>
            <ac:spMk id="2" creationId="{00000000-0000-0000-0000-000000000000}"/>
          </ac:spMkLst>
        </pc:spChg>
        <pc:spChg chg="add del">
          <ac:chgData name="Francisco Silva" userId="a288cbaf746e6d0a" providerId="LiveId" clId="{4EFD071F-5353-44F5-81BE-1C2D6554C15B}" dt="2026-03-07T02:43:12.419" v="129" actId="478"/>
          <ac:spMkLst>
            <pc:docMk/>
            <pc:sldMk cId="0" sldId="258"/>
            <ac:spMk id="3" creationId="{00000000-0000-0000-0000-000000000000}"/>
          </ac:spMkLst>
        </pc:spChg>
        <pc:spChg chg="del">
          <ac:chgData name="Francisco Silva" userId="a288cbaf746e6d0a" providerId="LiveId" clId="{4EFD071F-5353-44F5-81BE-1C2D6554C15B}" dt="2026-03-07T02:43:10.444" v="128" actId="478"/>
          <ac:spMkLst>
            <pc:docMk/>
            <pc:sldMk cId="0" sldId="258"/>
            <ac:spMk id="8" creationId="{00000000-0000-0000-0000-000000000000}"/>
          </ac:spMkLst>
        </pc:spChg>
        <pc:spChg chg="add del">
          <ac:chgData name="Francisco Silva" userId="a288cbaf746e6d0a" providerId="LiveId" clId="{4EFD071F-5353-44F5-81BE-1C2D6554C15B}" dt="2026-03-07T02:43:12.419" v="129" actId="478"/>
          <ac:spMkLst>
            <pc:docMk/>
            <pc:sldMk cId="0" sldId="258"/>
            <ac:spMk id="9" creationId="{00000000-0000-0000-0000-000000000000}"/>
          </ac:spMkLst>
        </pc:spChg>
        <pc:spChg chg="add del">
          <ac:chgData name="Francisco Silva" userId="a288cbaf746e6d0a" providerId="LiveId" clId="{4EFD071F-5353-44F5-81BE-1C2D6554C15B}" dt="2026-03-07T02:43:12.419" v="129" actId="478"/>
          <ac:spMkLst>
            <pc:docMk/>
            <pc:sldMk cId="0" sldId="258"/>
            <ac:spMk id="10" creationId="{00000000-0000-0000-0000-000000000000}"/>
          </ac:spMkLst>
        </pc:spChg>
        <pc:spChg chg="add">
          <ac:chgData name="Francisco Silva" userId="a288cbaf746e6d0a" providerId="LiveId" clId="{4EFD071F-5353-44F5-81BE-1C2D6554C15B}" dt="2026-03-07T02:43:12.419" v="129" actId="478"/>
          <ac:spMkLst>
            <pc:docMk/>
            <pc:sldMk cId="0" sldId="258"/>
            <ac:spMk id="11" creationId="{00000000-0000-0000-0000-000000000000}"/>
          </ac:spMkLst>
        </pc:spChg>
        <pc:spChg chg="add del">
          <ac:chgData name="Francisco Silva" userId="a288cbaf746e6d0a" providerId="LiveId" clId="{4EFD071F-5353-44F5-81BE-1C2D6554C15B}" dt="2026-03-07T02:43:12.419" v="129" actId="478"/>
          <ac:spMkLst>
            <pc:docMk/>
            <pc:sldMk cId="0" sldId="258"/>
            <ac:spMk id="12" creationId="{00000000-0000-0000-0000-000000000000}"/>
          </ac:spMkLst>
        </pc:spChg>
        <pc:spChg chg="add">
          <ac:chgData name="Francisco Silva" userId="a288cbaf746e6d0a" providerId="LiveId" clId="{4EFD071F-5353-44F5-81BE-1C2D6554C15B}" dt="2026-03-07T02:43:12.419" v="129" actId="478"/>
          <ac:spMkLst>
            <pc:docMk/>
            <pc:sldMk cId="0" sldId="258"/>
            <ac:spMk id="13" creationId="{00000000-0000-0000-0000-000000000000}"/>
          </ac:spMkLst>
        </pc:spChg>
        <pc:spChg chg="add">
          <ac:chgData name="Francisco Silva" userId="a288cbaf746e6d0a" providerId="LiveId" clId="{4EFD071F-5353-44F5-81BE-1C2D6554C15B}" dt="2026-03-07T02:43:12.419" v="129" actId="478"/>
          <ac:spMkLst>
            <pc:docMk/>
            <pc:sldMk cId="0" sldId="258"/>
            <ac:spMk id="15" creationId="{00000000-0000-0000-0000-000000000000}"/>
          </ac:spMkLst>
        </pc:spChg>
        <pc:spChg chg="del">
          <ac:chgData name="Francisco Silva" userId="a288cbaf746e6d0a" providerId="LiveId" clId="{4EFD071F-5353-44F5-81BE-1C2D6554C15B}" dt="2026-03-07T02:43:10.444" v="128" actId="478"/>
          <ac:spMkLst>
            <pc:docMk/>
            <pc:sldMk cId="0" sldId="258"/>
            <ac:spMk id="16" creationId="{00000000-0000-0000-0000-000000000000}"/>
          </ac:spMkLst>
        </pc:spChg>
        <pc:spChg chg="del">
          <ac:chgData name="Francisco Silva" userId="a288cbaf746e6d0a" providerId="LiveId" clId="{4EFD071F-5353-44F5-81BE-1C2D6554C15B}" dt="2026-03-07T02:43:10.444" v="128" actId="478"/>
          <ac:spMkLst>
            <pc:docMk/>
            <pc:sldMk cId="0" sldId="258"/>
            <ac:spMk id="17" creationId="{00000000-0000-0000-0000-000000000000}"/>
          </ac:spMkLst>
        </pc:spChg>
        <pc:spChg chg="mod">
          <ac:chgData name="Francisco Silva" userId="a288cbaf746e6d0a" providerId="LiveId" clId="{4EFD071F-5353-44F5-81BE-1C2D6554C15B}" dt="2026-03-07T03:01:41.829" v="371" actId="14100"/>
          <ac:spMkLst>
            <pc:docMk/>
            <pc:sldMk cId="0" sldId="258"/>
            <ac:spMk id="19" creationId="{00000000-0000-0000-0000-000000000000}"/>
          </ac:spMkLst>
        </pc:spChg>
        <pc:spChg chg="add del">
          <ac:chgData name="Francisco Silva" userId="a288cbaf746e6d0a" providerId="LiveId" clId="{4EFD071F-5353-44F5-81BE-1C2D6554C15B}" dt="2026-03-07T02:43:12.419" v="129" actId="478"/>
          <ac:spMkLst>
            <pc:docMk/>
            <pc:sldMk cId="0" sldId="258"/>
            <ac:spMk id="20" creationId="{00000000-0000-0000-0000-000000000000}"/>
          </ac:spMkLst>
        </pc:spChg>
        <pc:spChg chg="del">
          <ac:chgData name="Francisco Silva" userId="a288cbaf746e6d0a" providerId="LiveId" clId="{4EFD071F-5353-44F5-81BE-1C2D6554C15B}" dt="2026-03-07T02:43:10.444" v="128" actId="478"/>
          <ac:spMkLst>
            <pc:docMk/>
            <pc:sldMk cId="0" sldId="258"/>
            <ac:spMk id="21" creationId="{00000000-0000-0000-0000-000000000000}"/>
          </ac:spMkLst>
        </pc:spChg>
        <pc:spChg chg="add mod">
          <ac:chgData name="Francisco Silva" userId="a288cbaf746e6d0a" providerId="LiveId" clId="{4EFD071F-5353-44F5-81BE-1C2D6554C15B}" dt="2026-03-07T03:01:37.720" v="370" actId="6549"/>
          <ac:spMkLst>
            <pc:docMk/>
            <pc:sldMk cId="0" sldId="258"/>
            <ac:spMk id="22" creationId="{00000000-0000-0000-0000-000000000000}"/>
          </ac:spMkLst>
        </pc:spChg>
        <pc:spChg chg="mod">
          <ac:chgData name="Francisco Silva" userId="a288cbaf746e6d0a" providerId="LiveId" clId="{4EFD071F-5353-44F5-81BE-1C2D6554C15B}" dt="2026-03-07T03:01:47.005" v="372" actId="14100"/>
          <ac:spMkLst>
            <pc:docMk/>
            <pc:sldMk cId="0" sldId="258"/>
            <ac:spMk id="23" creationId="{00000000-0000-0000-0000-000000000000}"/>
          </ac:spMkLst>
        </pc:spChg>
        <pc:spChg chg="mod">
          <ac:chgData name="Francisco Silva" userId="a288cbaf746e6d0a" providerId="LiveId" clId="{4EFD071F-5353-44F5-81BE-1C2D6554C15B}" dt="2026-03-07T03:02:38.042" v="399" actId="1076"/>
          <ac:spMkLst>
            <pc:docMk/>
            <pc:sldMk cId="0" sldId="258"/>
            <ac:spMk id="25" creationId="{00000000-0000-0000-0000-000000000000}"/>
          </ac:spMkLst>
        </pc:spChg>
        <pc:spChg chg="mod">
          <ac:chgData name="Francisco Silva" userId="a288cbaf746e6d0a" providerId="LiveId" clId="{4EFD071F-5353-44F5-81BE-1C2D6554C15B}" dt="2026-03-07T03:03:00.878" v="409" actId="115"/>
          <ac:spMkLst>
            <pc:docMk/>
            <pc:sldMk cId="0" sldId="258"/>
            <ac:spMk id="26" creationId="{00000000-0000-0000-0000-000000000000}"/>
          </ac:spMkLst>
        </pc:spChg>
        <pc:spChg chg="add mod ord">
          <ac:chgData name="Francisco Silva" userId="a288cbaf746e6d0a" providerId="LiveId" clId="{4EFD071F-5353-44F5-81BE-1C2D6554C15B}" dt="2026-03-07T02:58:12.982" v="244" actId="1076"/>
          <ac:spMkLst>
            <pc:docMk/>
            <pc:sldMk cId="0" sldId="258"/>
            <ac:spMk id="27" creationId="{2A144D38-9B3B-674D-9016-6CF8AF967FB9}"/>
          </ac:spMkLst>
        </pc:spChg>
        <pc:spChg chg="add mod">
          <ac:chgData name="Francisco Silva" userId="a288cbaf746e6d0a" providerId="LiveId" clId="{4EFD071F-5353-44F5-81BE-1C2D6554C15B}" dt="2026-03-07T02:57:49.559" v="240" actId="122"/>
          <ac:spMkLst>
            <pc:docMk/>
            <pc:sldMk cId="0" sldId="258"/>
            <ac:spMk id="30" creationId="{1E90EFAE-8972-B0E0-CBA7-CDEF2DB59607}"/>
          </ac:spMkLst>
        </pc:spChg>
      </pc:sldChg>
      <pc:sldChg chg="addSp delSp modSp mod">
        <pc:chgData name="Francisco Silva" userId="a288cbaf746e6d0a" providerId="LiveId" clId="{4EFD071F-5353-44F5-81BE-1C2D6554C15B}" dt="2026-03-07T03:25:39.445" v="990" actId="14861"/>
        <pc:sldMkLst>
          <pc:docMk/>
          <pc:sldMk cId="0" sldId="259"/>
        </pc:sldMkLst>
        <pc:spChg chg="mod">
          <ac:chgData name="Francisco Silva" userId="a288cbaf746e6d0a" providerId="LiveId" clId="{4EFD071F-5353-44F5-81BE-1C2D6554C15B}" dt="2026-03-07T03:16:49.132" v="840" actId="1035"/>
          <ac:spMkLst>
            <pc:docMk/>
            <pc:sldMk cId="0" sldId="259"/>
            <ac:spMk id="8" creationId="{00000000-0000-0000-0000-000000000000}"/>
          </ac:spMkLst>
        </pc:spChg>
        <pc:spChg chg="mod">
          <ac:chgData name="Francisco Silva" userId="a288cbaf746e6d0a" providerId="LiveId" clId="{4EFD071F-5353-44F5-81BE-1C2D6554C15B}" dt="2026-03-07T03:16:49.132" v="840" actId="1035"/>
          <ac:spMkLst>
            <pc:docMk/>
            <pc:sldMk cId="0" sldId="259"/>
            <ac:spMk id="9" creationId="{00000000-0000-0000-0000-000000000000}"/>
          </ac:spMkLst>
        </pc:spChg>
        <pc:spChg chg="mod">
          <ac:chgData name="Francisco Silva" userId="a288cbaf746e6d0a" providerId="LiveId" clId="{4EFD071F-5353-44F5-81BE-1C2D6554C15B}" dt="2026-03-07T03:16:49.132" v="840" actId="1035"/>
          <ac:spMkLst>
            <pc:docMk/>
            <pc:sldMk cId="0" sldId="259"/>
            <ac:spMk id="10" creationId="{00000000-0000-0000-0000-000000000000}"/>
          </ac:spMkLst>
        </pc:spChg>
        <pc:spChg chg="mod">
          <ac:chgData name="Francisco Silva" userId="a288cbaf746e6d0a" providerId="LiveId" clId="{4EFD071F-5353-44F5-81BE-1C2D6554C15B}" dt="2026-03-07T03:16:49.132" v="840" actId="1035"/>
          <ac:spMkLst>
            <pc:docMk/>
            <pc:sldMk cId="0" sldId="259"/>
            <ac:spMk id="11" creationId="{00000000-0000-0000-0000-000000000000}"/>
          </ac:spMkLst>
        </pc:spChg>
        <pc:spChg chg="mod">
          <ac:chgData name="Francisco Silva" userId="a288cbaf746e6d0a" providerId="LiveId" clId="{4EFD071F-5353-44F5-81BE-1C2D6554C15B}" dt="2026-03-07T03:16:49.132" v="840" actId="1035"/>
          <ac:spMkLst>
            <pc:docMk/>
            <pc:sldMk cId="0" sldId="259"/>
            <ac:spMk id="12" creationId="{00000000-0000-0000-0000-000000000000}"/>
          </ac:spMkLst>
        </pc:spChg>
        <pc:spChg chg="mod">
          <ac:chgData name="Francisco Silva" userId="a288cbaf746e6d0a" providerId="LiveId" clId="{4EFD071F-5353-44F5-81BE-1C2D6554C15B}" dt="2026-03-07T03:16:45.543" v="839" actId="1035"/>
          <ac:spMkLst>
            <pc:docMk/>
            <pc:sldMk cId="0" sldId="259"/>
            <ac:spMk id="13" creationId="{00000000-0000-0000-0000-000000000000}"/>
          </ac:spMkLst>
        </pc:spChg>
        <pc:spChg chg="mod">
          <ac:chgData name="Francisco Silva" userId="a288cbaf746e6d0a" providerId="LiveId" clId="{4EFD071F-5353-44F5-81BE-1C2D6554C15B}" dt="2026-03-07T03:16:49.132" v="840" actId="1035"/>
          <ac:spMkLst>
            <pc:docMk/>
            <pc:sldMk cId="0" sldId="259"/>
            <ac:spMk id="14" creationId="{00000000-0000-0000-0000-000000000000}"/>
          </ac:spMkLst>
        </pc:spChg>
        <pc:spChg chg="mod">
          <ac:chgData name="Francisco Silva" userId="a288cbaf746e6d0a" providerId="LiveId" clId="{4EFD071F-5353-44F5-81BE-1C2D6554C15B}" dt="2026-03-07T03:16:49.132" v="840" actId="1035"/>
          <ac:spMkLst>
            <pc:docMk/>
            <pc:sldMk cId="0" sldId="259"/>
            <ac:spMk id="15" creationId="{00000000-0000-0000-0000-000000000000}"/>
          </ac:spMkLst>
        </pc:spChg>
        <pc:spChg chg="mod">
          <ac:chgData name="Francisco Silva" userId="a288cbaf746e6d0a" providerId="LiveId" clId="{4EFD071F-5353-44F5-81BE-1C2D6554C15B}" dt="2026-03-07T03:16:49.132" v="840" actId="1035"/>
          <ac:spMkLst>
            <pc:docMk/>
            <pc:sldMk cId="0" sldId="259"/>
            <ac:spMk id="16" creationId="{00000000-0000-0000-0000-000000000000}"/>
          </ac:spMkLst>
        </pc:spChg>
        <pc:spChg chg="mod">
          <ac:chgData name="Francisco Silva" userId="a288cbaf746e6d0a" providerId="LiveId" clId="{4EFD071F-5353-44F5-81BE-1C2D6554C15B}" dt="2026-03-07T03:16:49.132" v="840" actId="1035"/>
          <ac:spMkLst>
            <pc:docMk/>
            <pc:sldMk cId="0" sldId="259"/>
            <ac:spMk id="17" creationId="{00000000-0000-0000-0000-000000000000}"/>
          </ac:spMkLst>
        </pc:spChg>
        <pc:spChg chg="mod">
          <ac:chgData name="Francisco Silva" userId="a288cbaf746e6d0a" providerId="LiveId" clId="{4EFD071F-5353-44F5-81BE-1C2D6554C15B}" dt="2026-03-07T03:16:49.132" v="840" actId="1035"/>
          <ac:spMkLst>
            <pc:docMk/>
            <pc:sldMk cId="0" sldId="259"/>
            <ac:spMk id="18" creationId="{00000000-0000-0000-0000-000000000000}"/>
          </ac:spMkLst>
        </pc:spChg>
        <pc:spChg chg="add mod">
          <ac:chgData name="Francisco Silva" userId="a288cbaf746e6d0a" providerId="LiveId" clId="{4EFD071F-5353-44F5-81BE-1C2D6554C15B}" dt="2026-03-07T02:58:18.145" v="245"/>
          <ac:spMkLst>
            <pc:docMk/>
            <pc:sldMk cId="0" sldId="259"/>
            <ac:spMk id="28" creationId="{05C42555-70F1-1667-11E5-0D78797B3D3B}"/>
          </ac:spMkLst>
        </pc:spChg>
        <pc:spChg chg="add mod">
          <ac:chgData name="Francisco Silva" userId="a288cbaf746e6d0a" providerId="LiveId" clId="{4EFD071F-5353-44F5-81BE-1C2D6554C15B}" dt="2026-03-07T02:58:18.145" v="245"/>
          <ac:spMkLst>
            <pc:docMk/>
            <pc:sldMk cId="0" sldId="259"/>
            <ac:spMk id="29" creationId="{EC620A0D-26D8-6CF4-1950-740F67C04A69}"/>
          </ac:spMkLst>
        </pc:spChg>
        <pc:spChg chg="add mod">
          <ac:chgData name="Francisco Silva" userId="a288cbaf746e6d0a" providerId="LiveId" clId="{4EFD071F-5353-44F5-81BE-1C2D6554C15B}" dt="2026-03-07T03:22:11.049" v="948" actId="404"/>
          <ac:spMkLst>
            <pc:docMk/>
            <pc:sldMk cId="0" sldId="259"/>
            <ac:spMk id="32" creationId="{1C23FBE8-B458-276C-5AB6-17273D18538A}"/>
          </ac:spMkLst>
        </pc:spChg>
        <pc:picChg chg="add mod">
          <ac:chgData name="Francisco Silva" userId="a288cbaf746e6d0a" providerId="LiveId" clId="{4EFD071F-5353-44F5-81BE-1C2D6554C15B}" dt="2026-03-07T03:25:39.445" v="990" actId="14861"/>
          <ac:picMkLst>
            <pc:docMk/>
            <pc:sldMk cId="0" sldId="259"/>
            <ac:picMk id="31" creationId="{90D6123E-BBEF-E8BC-24FD-E57574C72F62}"/>
          </ac:picMkLst>
        </pc:picChg>
      </pc:sldChg>
      <pc:sldChg chg="addSp delSp modSp mod">
        <pc:chgData name="Francisco Silva" userId="a288cbaf746e6d0a" providerId="LiveId" clId="{4EFD071F-5353-44F5-81BE-1C2D6554C15B}" dt="2026-03-07T03:08:24.836" v="505" actId="14100"/>
        <pc:sldMkLst>
          <pc:docMk/>
          <pc:sldMk cId="0" sldId="260"/>
        </pc:sldMkLst>
        <pc:spChg chg="add mod">
          <ac:chgData name="Francisco Silva" userId="a288cbaf746e6d0a" providerId="LiveId" clId="{4EFD071F-5353-44F5-81BE-1C2D6554C15B}" dt="2026-03-07T02:58:20.672" v="246"/>
          <ac:spMkLst>
            <pc:docMk/>
            <pc:sldMk cId="0" sldId="260"/>
            <ac:spMk id="24" creationId="{2F97FC88-A779-E46F-BB54-4E97E9A34943}"/>
          </ac:spMkLst>
        </pc:spChg>
        <pc:spChg chg="add mod">
          <ac:chgData name="Francisco Silva" userId="a288cbaf746e6d0a" providerId="LiveId" clId="{4EFD071F-5353-44F5-81BE-1C2D6554C15B}" dt="2026-03-07T02:58:20.672" v="246"/>
          <ac:spMkLst>
            <pc:docMk/>
            <pc:sldMk cId="0" sldId="260"/>
            <ac:spMk id="25" creationId="{81768029-3B54-F34F-8012-C0D24DD3DC66}"/>
          </ac:spMkLst>
        </pc:spChg>
        <pc:spChg chg="add mod">
          <ac:chgData name="Francisco Silva" userId="a288cbaf746e6d0a" providerId="LiveId" clId="{4EFD071F-5353-44F5-81BE-1C2D6554C15B}" dt="2026-03-07T03:08:24.836" v="505" actId="14100"/>
          <ac:spMkLst>
            <pc:docMk/>
            <pc:sldMk cId="0" sldId="260"/>
            <ac:spMk id="29" creationId="{224F8F92-0060-1C99-43D7-5A8A01C5F7FD}"/>
          </ac:spMkLst>
        </pc:spChg>
        <pc:picChg chg="add mod">
          <ac:chgData name="Francisco Silva" userId="a288cbaf746e6d0a" providerId="LiveId" clId="{4EFD071F-5353-44F5-81BE-1C2D6554C15B}" dt="2026-03-07T03:07:50.575" v="484" actId="1076"/>
          <ac:picMkLst>
            <pc:docMk/>
            <pc:sldMk cId="0" sldId="260"/>
            <ac:picMk id="27" creationId="{0B8A0DFE-3DE1-15D9-A237-72DB73AEBD07}"/>
          </ac:picMkLst>
        </pc:picChg>
      </pc:sldChg>
      <pc:sldChg chg="addSp modSp mod">
        <pc:chgData name="Francisco Silva" userId="a288cbaf746e6d0a" providerId="LiveId" clId="{4EFD071F-5353-44F5-81BE-1C2D6554C15B}" dt="2026-03-07T04:05:32.642" v="1165" actId="20577"/>
        <pc:sldMkLst>
          <pc:docMk/>
          <pc:sldMk cId="0" sldId="261"/>
        </pc:sldMkLst>
        <pc:spChg chg="mod">
          <ac:chgData name="Francisco Silva" userId="a288cbaf746e6d0a" providerId="LiveId" clId="{4EFD071F-5353-44F5-81BE-1C2D6554C15B}" dt="2026-03-07T03:14:15.868" v="750" actId="20577"/>
          <ac:spMkLst>
            <pc:docMk/>
            <pc:sldMk cId="0" sldId="261"/>
            <ac:spMk id="6" creationId="{00000000-0000-0000-0000-000000000000}"/>
          </ac:spMkLst>
        </pc:spChg>
        <pc:spChg chg="mod">
          <ac:chgData name="Francisco Silva" userId="a288cbaf746e6d0a" providerId="LiveId" clId="{4EFD071F-5353-44F5-81BE-1C2D6554C15B}" dt="2026-03-07T03:15:00.692" v="810" actId="6549"/>
          <ac:spMkLst>
            <pc:docMk/>
            <pc:sldMk cId="0" sldId="261"/>
            <ac:spMk id="12" creationId="{00000000-0000-0000-0000-000000000000}"/>
          </ac:spMkLst>
        </pc:spChg>
        <pc:spChg chg="add mod">
          <ac:chgData name="Francisco Silva" userId="a288cbaf746e6d0a" providerId="LiveId" clId="{4EFD071F-5353-44F5-81BE-1C2D6554C15B}" dt="2026-03-07T02:58:22.286" v="247"/>
          <ac:spMkLst>
            <pc:docMk/>
            <pc:sldMk cId="0" sldId="261"/>
            <ac:spMk id="13" creationId="{38A8D6A8-AD5B-DFFE-60A6-0C54690D0F66}"/>
          </ac:spMkLst>
        </pc:spChg>
        <pc:spChg chg="add mod">
          <ac:chgData name="Francisco Silva" userId="a288cbaf746e6d0a" providerId="LiveId" clId="{4EFD071F-5353-44F5-81BE-1C2D6554C15B}" dt="2026-03-07T02:58:22.286" v="247"/>
          <ac:spMkLst>
            <pc:docMk/>
            <pc:sldMk cId="0" sldId="261"/>
            <ac:spMk id="14" creationId="{99F783A6-E811-D1C2-14F7-FA91D7440BEB}"/>
          </ac:spMkLst>
        </pc:spChg>
        <pc:spChg chg="add mod">
          <ac:chgData name="Francisco Silva" userId="a288cbaf746e6d0a" providerId="LiveId" clId="{4EFD071F-5353-44F5-81BE-1C2D6554C15B}" dt="2026-03-07T04:05:32.642" v="1165" actId="20577"/>
          <ac:spMkLst>
            <pc:docMk/>
            <pc:sldMk cId="0" sldId="261"/>
            <ac:spMk id="15" creationId="{1F16FE53-248E-A4A6-82B9-ACD4A4EDEF7F}"/>
          </ac:spMkLst>
        </pc:spChg>
        <pc:graphicFrameChg chg="modGraphic">
          <ac:chgData name="Francisco Silva" userId="a288cbaf746e6d0a" providerId="LiveId" clId="{4EFD071F-5353-44F5-81BE-1C2D6554C15B}" dt="2026-03-07T03:10:16.210" v="588" actId="113"/>
          <ac:graphicFrameMkLst>
            <pc:docMk/>
            <pc:sldMk cId="0" sldId="261"/>
            <ac:graphicFrameMk id="10" creationId="{00000000-0000-0000-0000-000000000000}"/>
          </ac:graphicFrameMkLst>
        </pc:graphicFrameChg>
      </pc:sldChg>
      <pc:sldChg chg="addSp delSp modSp mod">
        <pc:chgData name="Francisco Silva" userId="a288cbaf746e6d0a" providerId="LiveId" clId="{4EFD071F-5353-44F5-81BE-1C2D6554C15B}" dt="2026-03-07T03:26:21.460" v="1034" actId="1037"/>
        <pc:sldMkLst>
          <pc:docMk/>
          <pc:sldMk cId="0" sldId="262"/>
        </pc:sldMkLst>
        <pc:spChg chg="mod">
          <ac:chgData name="Francisco Silva" userId="a288cbaf746e6d0a" providerId="LiveId" clId="{4EFD071F-5353-44F5-81BE-1C2D6554C15B}" dt="2026-03-07T03:23:21.184" v="963" actId="1076"/>
          <ac:spMkLst>
            <pc:docMk/>
            <pc:sldMk cId="0" sldId="262"/>
            <ac:spMk id="7" creationId="{00000000-0000-0000-0000-000000000000}"/>
          </ac:spMkLst>
        </pc:spChg>
        <pc:spChg chg="mod">
          <ac:chgData name="Francisco Silva" userId="a288cbaf746e6d0a" providerId="LiveId" clId="{4EFD071F-5353-44F5-81BE-1C2D6554C15B}" dt="2026-03-07T03:23:21.184" v="963" actId="1076"/>
          <ac:spMkLst>
            <pc:docMk/>
            <pc:sldMk cId="0" sldId="262"/>
            <ac:spMk id="8" creationId="{00000000-0000-0000-0000-000000000000}"/>
          </ac:spMkLst>
        </pc:spChg>
        <pc:spChg chg="mod">
          <ac:chgData name="Francisco Silva" userId="a288cbaf746e6d0a" providerId="LiveId" clId="{4EFD071F-5353-44F5-81BE-1C2D6554C15B}" dt="2026-03-07T03:23:21.184" v="963" actId="1076"/>
          <ac:spMkLst>
            <pc:docMk/>
            <pc:sldMk cId="0" sldId="262"/>
            <ac:spMk id="9" creationId="{00000000-0000-0000-0000-000000000000}"/>
          </ac:spMkLst>
        </pc:spChg>
        <pc:spChg chg="mod">
          <ac:chgData name="Francisco Silva" userId="a288cbaf746e6d0a" providerId="LiveId" clId="{4EFD071F-5353-44F5-81BE-1C2D6554C15B}" dt="2026-03-07T03:23:21.184" v="963" actId="1076"/>
          <ac:spMkLst>
            <pc:docMk/>
            <pc:sldMk cId="0" sldId="262"/>
            <ac:spMk id="10" creationId="{00000000-0000-0000-0000-000000000000}"/>
          </ac:spMkLst>
        </pc:spChg>
        <pc:spChg chg="mod">
          <ac:chgData name="Francisco Silva" userId="a288cbaf746e6d0a" providerId="LiveId" clId="{4EFD071F-5353-44F5-81BE-1C2D6554C15B}" dt="2026-03-07T03:24:53.202" v="979" actId="14100"/>
          <ac:spMkLst>
            <pc:docMk/>
            <pc:sldMk cId="0" sldId="262"/>
            <ac:spMk id="11" creationId="{00000000-0000-0000-0000-000000000000}"/>
          </ac:spMkLst>
        </pc:spChg>
        <pc:spChg chg="mod">
          <ac:chgData name="Francisco Silva" userId="a288cbaf746e6d0a" providerId="LiveId" clId="{4EFD071F-5353-44F5-81BE-1C2D6554C15B}" dt="2026-03-07T03:24:56.077" v="980" actId="14100"/>
          <ac:spMkLst>
            <pc:docMk/>
            <pc:sldMk cId="0" sldId="262"/>
            <ac:spMk id="12" creationId="{00000000-0000-0000-0000-000000000000}"/>
          </ac:spMkLst>
        </pc:spChg>
        <pc:spChg chg="mod">
          <ac:chgData name="Francisco Silva" userId="a288cbaf746e6d0a" providerId="LiveId" clId="{4EFD071F-5353-44F5-81BE-1C2D6554C15B}" dt="2026-03-07T03:23:21.184" v="963" actId="1076"/>
          <ac:spMkLst>
            <pc:docMk/>
            <pc:sldMk cId="0" sldId="262"/>
            <ac:spMk id="13" creationId="{00000000-0000-0000-0000-000000000000}"/>
          </ac:spMkLst>
        </pc:spChg>
        <pc:spChg chg="mod">
          <ac:chgData name="Francisco Silva" userId="a288cbaf746e6d0a" providerId="LiveId" clId="{4EFD071F-5353-44F5-81BE-1C2D6554C15B}" dt="2026-03-07T03:23:45.391" v="967" actId="1076"/>
          <ac:spMkLst>
            <pc:docMk/>
            <pc:sldMk cId="0" sldId="262"/>
            <ac:spMk id="14" creationId="{00000000-0000-0000-0000-000000000000}"/>
          </ac:spMkLst>
        </pc:spChg>
        <pc:spChg chg="add mod">
          <ac:chgData name="Francisco Silva" userId="a288cbaf746e6d0a" providerId="LiveId" clId="{4EFD071F-5353-44F5-81BE-1C2D6554C15B}" dt="2026-03-07T02:58:23.805" v="248"/>
          <ac:spMkLst>
            <pc:docMk/>
            <pc:sldMk cId="0" sldId="262"/>
            <ac:spMk id="19" creationId="{4A2F4858-2B4E-F60A-6464-8E5498DD17FC}"/>
          </ac:spMkLst>
        </pc:spChg>
        <pc:spChg chg="add mod">
          <ac:chgData name="Francisco Silva" userId="a288cbaf746e6d0a" providerId="LiveId" clId="{4EFD071F-5353-44F5-81BE-1C2D6554C15B}" dt="2026-03-07T02:58:23.805" v="248"/>
          <ac:spMkLst>
            <pc:docMk/>
            <pc:sldMk cId="0" sldId="262"/>
            <ac:spMk id="20" creationId="{35889E4C-B4E3-3E35-3D0F-D1AFC8C0B528}"/>
          </ac:spMkLst>
        </pc:spChg>
        <pc:spChg chg="add mod">
          <ac:chgData name="Francisco Silva" userId="a288cbaf746e6d0a" providerId="LiveId" clId="{4EFD071F-5353-44F5-81BE-1C2D6554C15B}" dt="2026-03-07T03:26:21.460" v="1034" actId="1037"/>
          <ac:spMkLst>
            <pc:docMk/>
            <pc:sldMk cId="0" sldId="262"/>
            <ac:spMk id="25" creationId="{E43B9399-FAD0-58DC-DB83-B20432D6A3A6}"/>
          </ac:spMkLst>
        </pc:spChg>
        <pc:picChg chg="add mod">
          <ac:chgData name="Francisco Silva" userId="a288cbaf746e6d0a" providerId="LiveId" clId="{4EFD071F-5353-44F5-81BE-1C2D6554C15B}" dt="2026-03-07T03:18:42.632" v="853" actId="1076"/>
          <ac:picMkLst>
            <pc:docMk/>
            <pc:sldMk cId="0" sldId="262"/>
            <ac:picMk id="22" creationId="{8B965BCC-D636-2C74-C6C9-87F68CA6EDA5}"/>
          </ac:picMkLst>
        </pc:picChg>
        <pc:picChg chg="add mod">
          <ac:chgData name="Francisco Silva" userId="a288cbaf746e6d0a" providerId="LiveId" clId="{4EFD071F-5353-44F5-81BE-1C2D6554C15B}" dt="2026-03-07T03:25:48.327" v="996" actId="1038"/>
          <ac:picMkLst>
            <pc:docMk/>
            <pc:sldMk cId="0" sldId="262"/>
            <ac:picMk id="24" creationId="{5AB13EB0-BECB-44AE-DE79-7DBAA15D8838}"/>
          </ac:picMkLst>
        </pc:picChg>
      </pc:sldChg>
      <pc:sldChg chg="addSp delSp modSp mod">
        <pc:chgData name="Francisco Silva" userId="a288cbaf746e6d0a" providerId="LiveId" clId="{4EFD071F-5353-44F5-81BE-1C2D6554C15B}" dt="2026-03-07T03:28:06.537" v="1049" actId="20577"/>
        <pc:sldMkLst>
          <pc:docMk/>
          <pc:sldMk cId="0" sldId="263"/>
        </pc:sldMkLst>
        <pc:spChg chg="mod">
          <ac:chgData name="Francisco Silva" userId="a288cbaf746e6d0a" providerId="LiveId" clId="{4EFD071F-5353-44F5-81BE-1C2D6554C15B}" dt="2026-03-07T03:27:26.663" v="1040" actId="1076"/>
          <ac:spMkLst>
            <pc:docMk/>
            <pc:sldMk cId="0" sldId="263"/>
            <ac:spMk id="7" creationId="{00000000-0000-0000-0000-000000000000}"/>
          </ac:spMkLst>
        </pc:spChg>
        <pc:spChg chg="mod">
          <ac:chgData name="Francisco Silva" userId="a288cbaf746e6d0a" providerId="LiveId" clId="{4EFD071F-5353-44F5-81BE-1C2D6554C15B}" dt="2026-03-07T03:27:26.663" v="1040" actId="1076"/>
          <ac:spMkLst>
            <pc:docMk/>
            <pc:sldMk cId="0" sldId="263"/>
            <ac:spMk id="8" creationId="{00000000-0000-0000-0000-000000000000}"/>
          </ac:spMkLst>
        </pc:spChg>
        <pc:spChg chg="mod">
          <ac:chgData name="Francisco Silva" userId="a288cbaf746e6d0a" providerId="LiveId" clId="{4EFD071F-5353-44F5-81BE-1C2D6554C15B}" dt="2026-03-07T03:27:26.663" v="1040" actId="1076"/>
          <ac:spMkLst>
            <pc:docMk/>
            <pc:sldMk cId="0" sldId="263"/>
            <ac:spMk id="9" creationId="{00000000-0000-0000-0000-000000000000}"/>
          </ac:spMkLst>
        </pc:spChg>
        <pc:spChg chg="mod">
          <ac:chgData name="Francisco Silva" userId="a288cbaf746e6d0a" providerId="LiveId" clId="{4EFD071F-5353-44F5-81BE-1C2D6554C15B}" dt="2026-03-07T03:27:26.663" v="1040" actId="1076"/>
          <ac:spMkLst>
            <pc:docMk/>
            <pc:sldMk cId="0" sldId="263"/>
            <ac:spMk id="10" creationId="{00000000-0000-0000-0000-000000000000}"/>
          </ac:spMkLst>
        </pc:spChg>
        <pc:spChg chg="mod">
          <ac:chgData name="Francisco Silva" userId="a288cbaf746e6d0a" providerId="LiveId" clId="{4EFD071F-5353-44F5-81BE-1C2D6554C15B}" dt="2026-03-07T03:27:20.173" v="1039" actId="1076"/>
          <ac:spMkLst>
            <pc:docMk/>
            <pc:sldMk cId="0" sldId="263"/>
            <ac:spMk id="15" creationId="{00000000-0000-0000-0000-000000000000}"/>
          </ac:spMkLst>
        </pc:spChg>
        <pc:spChg chg="mod">
          <ac:chgData name="Francisco Silva" userId="a288cbaf746e6d0a" providerId="LiveId" clId="{4EFD071F-5353-44F5-81BE-1C2D6554C15B}" dt="2026-03-07T03:27:20.173" v="1039" actId="1076"/>
          <ac:spMkLst>
            <pc:docMk/>
            <pc:sldMk cId="0" sldId="263"/>
            <ac:spMk id="16" creationId="{00000000-0000-0000-0000-000000000000}"/>
          </ac:spMkLst>
        </pc:spChg>
        <pc:spChg chg="mod">
          <ac:chgData name="Francisco Silva" userId="a288cbaf746e6d0a" providerId="LiveId" clId="{4EFD071F-5353-44F5-81BE-1C2D6554C15B}" dt="2026-03-07T03:27:20.173" v="1039" actId="1076"/>
          <ac:spMkLst>
            <pc:docMk/>
            <pc:sldMk cId="0" sldId="263"/>
            <ac:spMk id="17" creationId="{00000000-0000-0000-0000-000000000000}"/>
          </ac:spMkLst>
        </pc:spChg>
        <pc:spChg chg="mod">
          <ac:chgData name="Francisco Silva" userId="a288cbaf746e6d0a" providerId="LiveId" clId="{4EFD071F-5353-44F5-81BE-1C2D6554C15B}" dt="2026-03-07T03:28:06.537" v="1049" actId="20577"/>
          <ac:spMkLst>
            <pc:docMk/>
            <pc:sldMk cId="0" sldId="263"/>
            <ac:spMk id="18" creationId="{00000000-0000-0000-0000-000000000000}"/>
          </ac:spMkLst>
        </pc:spChg>
        <pc:spChg chg="add mod">
          <ac:chgData name="Francisco Silva" userId="a288cbaf746e6d0a" providerId="LiveId" clId="{4EFD071F-5353-44F5-81BE-1C2D6554C15B}" dt="2026-03-07T02:58:25.182" v="249"/>
          <ac:spMkLst>
            <pc:docMk/>
            <pc:sldMk cId="0" sldId="263"/>
            <ac:spMk id="19" creationId="{AB033768-3A18-83DB-B141-476BA2907D25}"/>
          </ac:spMkLst>
        </pc:spChg>
        <pc:spChg chg="add mod">
          <ac:chgData name="Francisco Silva" userId="a288cbaf746e6d0a" providerId="LiveId" clId="{4EFD071F-5353-44F5-81BE-1C2D6554C15B}" dt="2026-03-07T02:58:25.182" v="249"/>
          <ac:spMkLst>
            <pc:docMk/>
            <pc:sldMk cId="0" sldId="263"/>
            <ac:spMk id="20" creationId="{2F3AA9F3-3B6A-358A-0A50-5A6035AD22FD}"/>
          </ac:spMkLst>
        </pc:spChg>
      </pc:sldChg>
      <pc:sldChg chg="addSp modSp add del mod setBg">
        <pc:chgData name="Francisco Silva" userId="a288cbaf746e6d0a" providerId="LiveId" clId="{4EFD071F-5353-44F5-81BE-1C2D6554C15B}" dt="2026-03-17T14:33:34.614" v="1288" actId="47"/>
        <pc:sldMkLst>
          <pc:docMk/>
          <pc:sldMk cId="0" sldId="266"/>
        </pc:sldMkLst>
      </pc:sldChg>
      <pc:sldChg chg="addSp delSp modSp add del mod setBg">
        <pc:chgData name="Francisco Silva" userId="a288cbaf746e6d0a" providerId="LiveId" clId="{4EFD071F-5353-44F5-81BE-1C2D6554C15B}" dt="2026-03-17T14:33:34.614" v="1288" actId="47"/>
        <pc:sldMkLst>
          <pc:docMk/>
          <pc:sldMk cId="0" sldId="267"/>
        </pc:sldMkLst>
      </pc:sldChg>
      <pc:sldChg chg="addSp delSp modSp add del mod setBg">
        <pc:chgData name="Francisco Silva" userId="a288cbaf746e6d0a" providerId="LiveId" clId="{4EFD071F-5353-44F5-81BE-1C2D6554C15B}" dt="2026-03-17T14:33:34.614" v="1288" actId="47"/>
        <pc:sldMkLst>
          <pc:docMk/>
          <pc:sldMk cId="0" sldId="268"/>
        </pc:sldMkLst>
      </pc:sldChg>
      <pc:sldChg chg="addSp delSp modSp add del mod setBg">
        <pc:chgData name="Francisco Silva" userId="a288cbaf746e6d0a" providerId="LiveId" clId="{4EFD071F-5353-44F5-81BE-1C2D6554C15B}" dt="2026-03-17T14:33:34.614" v="1288" actId="47"/>
        <pc:sldMkLst>
          <pc:docMk/>
          <pc:sldMk cId="0" sldId="269"/>
        </pc:sldMkLst>
      </pc:sldChg>
      <pc:sldChg chg="addSp delSp modSp add mod ord setBg">
        <pc:chgData name="Francisco Silva" userId="a288cbaf746e6d0a" providerId="LiveId" clId="{4EFD071F-5353-44F5-81BE-1C2D6554C15B}" dt="2026-03-17T15:57:29.500" v="4376" actId="1035"/>
        <pc:sldMkLst>
          <pc:docMk/>
          <pc:sldMk cId="0" sldId="271"/>
        </pc:sldMkLst>
        <pc:spChg chg="mod">
          <ac:chgData name="Francisco Silva" userId="a288cbaf746e6d0a" providerId="LiveId" clId="{4EFD071F-5353-44F5-81BE-1C2D6554C15B}" dt="2026-03-17T15:57:29.500" v="4376" actId="1035"/>
          <ac:spMkLst>
            <pc:docMk/>
            <pc:sldMk cId="0" sldId="271"/>
            <ac:spMk id="7" creationId="{00000000-0000-0000-0000-000000000000}"/>
          </ac:spMkLst>
        </pc:spChg>
        <pc:spChg chg="mod">
          <ac:chgData name="Francisco Silva" userId="a288cbaf746e6d0a" providerId="LiveId" clId="{4EFD071F-5353-44F5-81BE-1C2D6554C15B}" dt="2026-03-17T15:57:29.500" v="4376" actId="1035"/>
          <ac:spMkLst>
            <pc:docMk/>
            <pc:sldMk cId="0" sldId="271"/>
            <ac:spMk id="8" creationId="{00000000-0000-0000-0000-000000000000}"/>
          </ac:spMkLst>
        </pc:spChg>
        <pc:spChg chg="mod">
          <ac:chgData name="Francisco Silva" userId="a288cbaf746e6d0a" providerId="LiveId" clId="{4EFD071F-5353-44F5-81BE-1C2D6554C15B}" dt="2026-03-17T15:57:29.500" v="4376" actId="1035"/>
          <ac:spMkLst>
            <pc:docMk/>
            <pc:sldMk cId="0" sldId="271"/>
            <ac:spMk id="10" creationId="{00000000-0000-0000-0000-000000000000}"/>
          </ac:spMkLst>
        </pc:spChg>
        <pc:spChg chg="mod">
          <ac:chgData name="Francisco Silva" userId="a288cbaf746e6d0a" providerId="LiveId" clId="{4EFD071F-5353-44F5-81BE-1C2D6554C15B}" dt="2026-03-17T15:57:29.500" v="4376" actId="1035"/>
          <ac:spMkLst>
            <pc:docMk/>
            <pc:sldMk cId="0" sldId="271"/>
            <ac:spMk id="12" creationId="{00000000-0000-0000-0000-000000000000}"/>
          </ac:spMkLst>
        </pc:spChg>
        <pc:spChg chg="mod">
          <ac:chgData name="Francisco Silva" userId="a288cbaf746e6d0a" providerId="LiveId" clId="{4EFD071F-5353-44F5-81BE-1C2D6554C15B}" dt="2026-03-17T15:57:29.500" v="4376" actId="1035"/>
          <ac:spMkLst>
            <pc:docMk/>
            <pc:sldMk cId="0" sldId="271"/>
            <ac:spMk id="14" creationId="{00000000-0000-0000-0000-000000000000}"/>
          </ac:spMkLst>
        </pc:spChg>
        <pc:spChg chg="mod">
          <ac:chgData name="Francisco Silva" userId="a288cbaf746e6d0a" providerId="LiveId" clId="{4EFD071F-5353-44F5-81BE-1C2D6554C15B}" dt="2026-03-17T15:57:29.500" v="4376" actId="1035"/>
          <ac:spMkLst>
            <pc:docMk/>
            <pc:sldMk cId="0" sldId="271"/>
            <ac:spMk id="15" creationId="{00000000-0000-0000-0000-000000000000}"/>
          </ac:spMkLst>
        </pc:spChg>
        <pc:spChg chg="mod">
          <ac:chgData name="Francisco Silva" userId="a288cbaf746e6d0a" providerId="LiveId" clId="{4EFD071F-5353-44F5-81BE-1C2D6554C15B}" dt="2026-03-17T15:57:29.500" v="4376" actId="1035"/>
          <ac:spMkLst>
            <pc:docMk/>
            <pc:sldMk cId="0" sldId="271"/>
            <ac:spMk id="18" creationId="{00000000-0000-0000-0000-000000000000}"/>
          </ac:spMkLst>
        </pc:spChg>
        <pc:spChg chg="mod">
          <ac:chgData name="Francisco Silva" userId="a288cbaf746e6d0a" providerId="LiveId" clId="{4EFD071F-5353-44F5-81BE-1C2D6554C15B}" dt="2026-03-17T15:57:29.500" v="4376" actId="1035"/>
          <ac:spMkLst>
            <pc:docMk/>
            <pc:sldMk cId="0" sldId="271"/>
            <ac:spMk id="19" creationId="{00000000-0000-0000-0000-000000000000}"/>
          </ac:spMkLst>
        </pc:spChg>
        <pc:spChg chg="mod">
          <ac:chgData name="Francisco Silva" userId="a288cbaf746e6d0a" providerId="LiveId" clId="{4EFD071F-5353-44F5-81BE-1C2D6554C15B}" dt="2026-03-17T15:57:29.500" v="4376" actId="1035"/>
          <ac:spMkLst>
            <pc:docMk/>
            <pc:sldMk cId="0" sldId="271"/>
            <ac:spMk id="20" creationId="{00000000-0000-0000-0000-000000000000}"/>
          </ac:spMkLst>
        </pc:spChg>
        <pc:spChg chg="add del mod">
          <ac:chgData name="Francisco Silva" userId="a288cbaf746e6d0a" providerId="LiveId" clId="{4EFD071F-5353-44F5-81BE-1C2D6554C15B}" dt="2026-03-17T15:56:40.364" v="4367" actId="1036"/>
          <ac:spMkLst>
            <pc:docMk/>
            <pc:sldMk cId="0" sldId="271"/>
            <ac:spMk id="23" creationId="{00000000-0000-0000-0000-000000000000}"/>
          </ac:spMkLst>
        </pc:spChg>
        <pc:spChg chg="mod">
          <ac:chgData name="Francisco Silva" userId="a288cbaf746e6d0a" providerId="LiveId" clId="{4EFD071F-5353-44F5-81BE-1C2D6554C15B}" dt="2026-03-17T15:56:40.364" v="4367" actId="1036"/>
          <ac:spMkLst>
            <pc:docMk/>
            <pc:sldMk cId="0" sldId="271"/>
            <ac:spMk id="24" creationId="{00000000-0000-0000-0000-000000000000}"/>
          </ac:spMkLst>
        </pc:spChg>
        <pc:spChg chg="mod">
          <ac:chgData name="Francisco Silva" userId="a288cbaf746e6d0a" providerId="LiveId" clId="{4EFD071F-5353-44F5-81BE-1C2D6554C15B}" dt="2026-03-17T15:57:29.500" v="4376" actId="1035"/>
          <ac:spMkLst>
            <pc:docMk/>
            <pc:sldMk cId="0" sldId="271"/>
            <ac:spMk id="25" creationId="{00000000-0000-0000-0000-000000000000}"/>
          </ac:spMkLst>
        </pc:spChg>
        <pc:spChg chg="mod">
          <ac:chgData name="Francisco Silva" userId="a288cbaf746e6d0a" providerId="LiveId" clId="{4EFD071F-5353-44F5-81BE-1C2D6554C15B}" dt="2026-03-17T15:56:40.364" v="4367" actId="1036"/>
          <ac:spMkLst>
            <pc:docMk/>
            <pc:sldMk cId="0" sldId="271"/>
            <ac:spMk id="26" creationId="{00000000-0000-0000-0000-000000000000}"/>
          </ac:spMkLst>
        </pc:spChg>
        <pc:spChg chg="add mod">
          <ac:chgData name="Francisco Silva" userId="a288cbaf746e6d0a" providerId="LiveId" clId="{4EFD071F-5353-44F5-81BE-1C2D6554C15B}" dt="2026-03-07T03:52:54.612" v="1059" actId="207"/>
          <ac:spMkLst>
            <pc:docMk/>
            <pc:sldMk cId="0" sldId="271"/>
            <ac:spMk id="27" creationId="{E5890930-6B10-522D-CD98-AB58F7196552}"/>
          </ac:spMkLst>
        </pc:spChg>
        <pc:spChg chg="add mod">
          <ac:chgData name="Francisco Silva" userId="a288cbaf746e6d0a" providerId="LiveId" clId="{4EFD071F-5353-44F5-81BE-1C2D6554C15B}" dt="2026-03-07T02:59:13.550" v="284" actId="20577"/>
          <ac:spMkLst>
            <pc:docMk/>
            <pc:sldMk cId="0" sldId="271"/>
            <ac:spMk id="28" creationId="{F248EDA6-5E05-F981-E404-17752529D9B8}"/>
          </ac:spMkLst>
        </pc:spChg>
        <pc:graphicFrameChg chg="modGraphic">
          <ac:chgData name="Francisco Silva" userId="a288cbaf746e6d0a" providerId="LiveId" clId="{4EFD071F-5353-44F5-81BE-1C2D6554C15B}" dt="2026-03-17T15:57:12.257" v="4375" actId="113"/>
          <ac:graphicFrameMkLst>
            <pc:docMk/>
            <pc:sldMk cId="0" sldId="271"/>
            <ac:graphicFrameMk id="22" creationId="{00000000-0000-0000-0000-000000000000}"/>
          </ac:graphicFrameMkLst>
        </pc:graphicFrameChg>
      </pc:sldChg>
      <pc:sldChg chg="addSp delSp modSp add del mod setBg">
        <pc:chgData name="Francisco Silva" userId="a288cbaf746e6d0a" providerId="LiveId" clId="{4EFD071F-5353-44F5-81BE-1C2D6554C15B}" dt="2026-03-17T16:06:25.446" v="4506" actId="47"/>
        <pc:sldMkLst>
          <pc:docMk/>
          <pc:sldMk cId="0" sldId="272"/>
        </pc:sldMkLst>
        <pc:spChg chg="del">
          <ac:chgData name="Francisco Silva" userId="a288cbaf746e6d0a" providerId="LiveId" clId="{4EFD071F-5353-44F5-81BE-1C2D6554C15B}" dt="2026-03-17T16:01:30.425" v="4394" actId="21"/>
          <ac:spMkLst>
            <pc:docMk/>
            <pc:sldMk cId="0" sldId="272"/>
            <ac:spMk id="21" creationId="{00000000-0000-0000-0000-000000000000}"/>
          </ac:spMkLst>
        </pc:spChg>
        <pc:spChg chg="del">
          <ac:chgData name="Francisco Silva" userId="a288cbaf746e6d0a" providerId="LiveId" clId="{4EFD071F-5353-44F5-81BE-1C2D6554C15B}" dt="2026-03-17T16:01:30.425" v="4394" actId="21"/>
          <ac:spMkLst>
            <pc:docMk/>
            <pc:sldMk cId="0" sldId="272"/>
            <ac:spMk id="22" creationId="{00000000-0000-0000-0000-000000000000}"/>
          </ac:spMkLst>
        </pc:spChg>
        <pc:spChg chg="del">
          <ac:chgData name="Francisco Silva" userId="a288cbaf746e6d0a" providerId="LiveId" clId="{4EFD071F-5353-44F5-81BE-1C2D6554C15B}" dt="2026-03-17T16:01:30.425" v="4394" actId="21"/>
          <ac:spMkLst>
            <pc:docMk/>
            <pc:sldMk cId="0" sldId="272"/>
            <ac:spMk id="23" creationId="{00000000-0000-0000-0000-000000000000}"/>
          </ac:spMkLst>
        </pc:spChg>
        <pc:spChg chg="del">
          <ac:chgData name="Francisco Silva" userId="a288cbaf746e6d0a" providerId="LiveId" clId="{4EFD071F-5353-44F5-81BE-1C2D6554C15B}" dt="2026-03-17T16:01:30.425" v="4394" actId="21"/>
          <ac:spMkLst>
            <pc:docMk/>
            <pc:sldMk cId="0" sldId="272"/>
            <ac:spMk id="24" creationId="{00000000-0000-0000-0000-000000000000}"/>
          </ac:spMkLst>
        </pc:spChg>
      </pc:sldChg>
      <pc:sldChg chg="addSp modSp add mod ord setBg">
        <pc:chgData name="Francisco Silva" userId="a288cbaf746e6d0a" providerId="LiveId" clId="{4EFD071F-5353-44F5-81BE-1C2D6554C15B}" dt="2026-03-17T15:58:34.724" v="4386" actId="404"/>
        <pc:sldMkLst>
          <pc:docMk/>
          <pc:sldMk cId="0" sldId="273"/>
        </pc:sldMkLst>
        <pc:spChg chg="add mod">
          <ac:chgData name="Francisco Silva" userId="a288cbaf746e6d0a" providerId="LiveId" clId="{4EFD071F-5353-44F5-81BE-1C2D6554C15B}" dt="2026-03-07T03:53:02.073" v="1061" actId="207"/>
          <ac:spMkLst>
            <pc:docMk/>
            <pc:sldMk cId="0" sldId="273"/>
            <ac:spMk id="6" creationId="{19C6034F-83B9-2393-B074-9BCEEDF2312B}"/>
          </ac:spMkLst>
        </pc:spChg>
        <pc:spChg chg="add mod">
          <ac:chgData name="Francisco Silva" userId="a288cbaf746e6d0a" providerId="LiveId" clId="{4EFD071F-5353-44F5-81BE-1C2D6554C15B}" dt="2026-03-07T02:59:19.468" v="286"/>
          <ac:spMkLst>
            <pc:docMk/>
            <pc:sldMk cId="0" sldId="273"/>
            <ac:spMk id="7" creationId="{A87C9746-02DE-E79B-7221-A06138DE9599}"/>
          </ac:spMkLst>
        </pc:spChg>
        <pc:graphicFrameChg chg="modGraphic">
          <ac:chgData name="Francisco Silva" userId="a288cbaf746e6d0a" providerId="LiveId" clId="{4EFD071F-5353-44F5-81BE-1C2D6554C15B}" dt="2026-03-17T15:58:34.724" v="4386" actId="404"/>
          <ac:graphicFrameMkLst>
            <pc:docMk/>
            <pc:sldMk cId="0" sldId="273"/>
            <ac:graphicFrameMk id="11" creationId="{00000000-0000-0000-0000-000000000000}"/>
          </ac:graphicFrameMkLst>
        </pc:graphicFrameChg>
      </pc:sldChg>
      <pc:sldChg chg="addSp delSp modSp add mod ord setBg">
        <pc:chgData name="Francisco Silva" userId="a288cbaf746e6d0a" providerId="LiveId" clId="{4EFD071F-5353-44F5-81BE-1C2D6554C15B}" dt="2026-03-17T16:16:35.078" v="4667" actId="14100"/>
        <pc:sldMkLst>
          <pc:docMk/>
          <pc:sldMk cId="0" sldId="275"/>
        </pc:sldMkLst>
        <pc:spChg chg="add mod">
          <ac:chgData name="Francisco Silva" userId="a288cbaf746e6d0a" providerId="LiveId" clId="{4EFD071F-5353-44F5-81BE-1C2D6554C15B}" dt="2026-03-17T16:14:40.506" v="4586" actId="1076"/>
          <ac:spMkLst>
            <pc:docMk/>
            <pc:sldMk cId="0" sldId="275"/>
            <ac:spMk id="23" creationId="{6A6165A4-672B-AF7A-ECDD-50015C018A27}"/>
          </ac:spMkLst>
        </pc:spChg>
        <pc:spChg chg="add mod">
          <ac:chgData name="Francisco Silva" userId="a288cbaf746e6d0a" providerId="LiveId" clId="{4EFD071F-5353-44F5-81BE-1C2D6554C15B}" dt="2026-03-07T03:53:08.997" v="1062" actId="207"/>
          <ac:spMkLst>
            <pc:docMk/>
            <pc:sldMk cId="0" sldId="275"/>
            <ac:spMk id="24" creationId="{DBB4021F-FBEA-312C-E965-99EA0B129BFB}"/>
          </ac:spMkLst>
        </pc:spChg>
        <pc:spChg chg="add mod">
          <ac:chgData name="Francisco Silva" userId="a288cbaf746e6d0a" providerId="LiveId" clId="{4EFD071F-5353-44F5-81BE-1C2D6554C15B}" dt="2026-03-07T02:59:35.257" v="304" actId="20577"/>
          <ac:spMkLst>
            <pc:docMk/>
            <pc:sldMk cId="0" sldId="275"/>
            <ac:spMk id="25" creationId="{2D9348A7-BB2F-46AA-6AE0-8CD5208844DA}"/>
          </ac:spMkLst>
        </pc:spChg>
        <pc:spChg chg="add mod ord">
          <ac:chgData name="Francisco Silva" userId="a288cbaf746e6d0a" providerId="LiveId" clId="{4EFD071F-5353-44F5-81BE-1C2D6554C15B}" dt="2026-03-17T16:14:32.916" v="4585" actId="167"/>
          <ac:spMkLst>
            <pc:docMk/>
            <pc:sldMk cId="0" sldId="275"/>
            <ac:spMk id="26" creationId="{C8EF2A7A-42E7-5693-69B3-4E54DC90C622}"/>
          </ac:spMkLst>
        </pc:spChg>
        <pc:spChg chg="add mod ord">
          <ac:chgData name="Francisco Silva" userId="a288cbaf746e6d0a" providerId="LiveId" clId="{4EFD071F-5353-44F5-81BE-1C2D6554C15B}" dt="2026-03-17T16:14:32.916" v="4585" actId="167"/>
          <ac:spMkLst>
            <pc:docMk/>
            <pc:sldMk cId="0" sldId="275"/>
            <ac:spMk id="27" creationId="{6499144A-9758-E893-77CF-969E5EF582CE}"/>
          </ac:spMkLst>
        </pc:spChg>
        <pc:spChg chg="add del mod">
          <ac:chgData name="Francisco Silva" userId="a288cbaf746e6d0a" providerId="LiveId" clId="{4EFD071F-5353-44F5-81BE-1C2D6554C15B}" dt="2026-03-17T16:16:29.709" v="4665" actId="14100"/>
          <ac:spMkLst>
            <pc:docMk/>
            <pc:sldMk cId="0" sldId="275"/>
            <ac:spMk id="28" creationId="{CC59F894-6BB4-3F3A-9F78-9236B7E8164D}"/>
          </ac:spMkLst>
        </pc:spChg>
        <pc:spChg chg="add del mod">
          <ac:chgData name="Francisco Silva" userId="a288cbaf746e6d0a" providerId="LiveId" clId="{4EFD071F-5353-44F5-81BE-1C2D6554C15B}" dt="2026-03-17T16:16:35.078" v="4667" actId="14100"/>
          <ac:spMkLst>
            <pc:docMk/>
            <pc:sldMk cId="0" sldId="275"/>
            <ac:spMk id="29" creationId="{8BC9AFA8-BE80-9441-0C07-2D003F12BB94}"/>
          </ac:spMkLst>
        </pc:spChg>
        <pc:graphicFrameChg chg="del mod modGraphic">
          <ac:chgData name="Francisco Silva" userId="a288cbaf746e6d0a" providerId="LiveId" clId="{4EFD071F-5353-44F5-81BE-1C2D6554C15B}" dt="2026-03-17T16:14:52.947" v="4588" actId="478"/>
          <ac:graphicFrameMkLst>
            <pc:docMk/>
            <pc:sldMk cId="0" sldId="275"/>
            <ac:graphicFrameMk id="22" creationId="{00000000-0000-0000-0000-000000000000}"/>
          </ac:graphicFrameMkLst>
        </pc:graphicFrameChg>
      </pc:sldChg>
      <pc:sldChg chg="addSp delSp modSp add del mod setBg">
        <pc:chgData name="Francisco Silva" userId="a288cbaf746e6d0a" providerId="LiveId" clId="{4EFD071F-5353-44F5-81BE-1C2D6554C15B}" dt="2026-03-17T16:23:25.549" v="4841" actId="47"/>
        <pc:sldMkLst>
          <pc:docMk/>
          <pc:sldMk cId="0" sldId="276"/>
        </pc:sldMkLst>
        <pc:spChg chg="add del mod">
          <ac:chgData name="Francisco Silva" userId="a288cbaf746e6d0a" providerId="LiveId" clId="{4EFD071F-5353-44F5-81BE-1C2D6554C15B}" dt="2026-03-17T16:20:01.232" v="4755" actId="21"/>
          <ac:spMkLst>
            <pc:docMk/>
            <pc:sldMk cId="0" sldId="276"/>
            <ac:spMk id="25" creationId="{B8C567DA-27A2-86CB-CDEA-D67B271DC127}"/>
          </ac:spMkLst>
        </pc:spChg>
        <pc:spChg chg="add del mod">
          <ac:chgData name="Francisco Silva" userId="a288cbaf746e6d0a" providerId="LiveId" clId="{4EFD071F-5353-44F5-81BE-1C2D6554C15B}" dt="2026-03-17T16:20:01.232" v="4755" actId="21"/>
          <ac:spMkLst>
            <pc:docMk/>
            <pc:sldMk cId="0" sldId="276"/>
            <ac:spMk id="26" creationId="{B542726C-6F8E-3701-A570-D26D1344CFB2}"/>
          </ac:spMkLst>
        </pc:spChg>
        <pc:picChg chg="add del mod modCrop">
          <ac:chgData name="Francisco Silva" userId="a288cbaf746e6d0a" providerId="LiveId" clId="{4EFD071F-5353-44F5-81BE-1C2D6554C15B}" dt="2026-03-17T16:20:01.232" v="4755" actId="21"/>
          <ac:picMkLst>
            <pc:docMk/>
            <pc:sldMk cId="0" sldId="276"/>
            <ac:picMk id="23" creationId="{4397D4EF-BE9E-0D3E-C211-5A5F795C7C18}"/>
          </ac:picMkLst>
        </pc:picChg>
        <pc:picChg chg="add del mod modCrop">
          <ac:chgData name="Francisco Silva" userId="a288cbaf746e6d0a" providerId="LiveId" clId="{4EFD071F-5353-44F5-81BE-1C2D6554C15B}" dt="2026-03-17T16:20:01.232" v="4755" actId="21"/>
          <ac:picMkLst>
            <pc:docMk/>
            <pc:sldMk cId="0" sldId="276"/>
            <ac:picMk id="24" creationId="{7CDBC687-48FC-411E-E0F5-0D1EE4274DE0}"/>
          </ac:picMkLst>
        </pc:picChg>
      </pc:sldChg>
      <pc:sldChg chg="addSp delSp modSp add del mod setBg">
        <pc:chgData name="Francisco Silva" userId="a288cbaf746e6d0a" providerId="LiveId" clId="{4EFD071F-5353-44F5-81BE-1C2D6554C15B}" dt="2026-03-17T16:23:41.666" v="4843" actId="47"/>
        <pc:sldMkLst>
          <pc:docMk/>
          <pc:sldMk cId="0" sldId="277"/>
        </pc:sldMkLst>
        <pc:graphicFrameChg chg="del">
          <ac:chgData name="Francisco Silva" userId="a288cbaf746e6d0a" providerId="LiveId" clId="{4EFD071F-5353-44F5-81BE-1C2D6554C15B}" dt="2026-03-17T16:23:39.256" v="4842" actId="21"/>
          <ac:graphicFrameMkLst>
            <pc:docMk/>
            <pc:sldMk cId="0" sldId="277"/>
            <ac:graphicFrameMk id="8" creationId="{00000000-0000-0000-0000-000000000000}"/>
          </ac:graphicFrameMkLst>
        </pc:graphicFrameChg>
        <pc:picChg chg="add del mod">
          <ac:chgData name="Francisco Silva" userId="a288cbaf746e6d0a" providerId="LiveId" clId="{4EFD071F-5353-44F5-81BE-1C2D6554C15B}" dt="2026-03-17T16:23:39.256" v="4842" actId="21"/>
          <ac:picMkLst>
            <pc:docMk/>
            <pc:sldMk cId="0" sldId="277"/>
            <ac:picMk id="12" creationId="{CB407761-126A-8F2A-3A5B-4FDECE90D6C9}"/>
          </ac:picMkLst>
        </pc:picChg>
      </pc:sldChg>
      <pc:sldChg chg="addSp modSp add mod setBg">
        <pc:chgData name="Francisco Silva" userId="a288cbaf746e6d0a" providerId="LiveId" clId="{4EFD071F-5353-44F5-81BE-1C2D6554C15B}" dt="2026-03-07T03:53:16.739" v="1064" actId="207"/>
        <pc:sldMkLst>
          <pc:docMk/>
          <pc:sldMk cId="0" sldId="278"/>
        </pc:sldMkLst>
        <pc:spChg chg="add mod">
          <ac:chgData name="Francisco Silva" userId="a288cbaf746e6d0a" providerId="LiveId" clId="{4EFD071F-5353-44F5-81BE-1C2D6554C15B}" dt="2026-03-07T03:53:16.739" v="1064" actId="207"/>
          <ac:spMkLst>
            <pc:docMk/>
            <pc:sldMk cId="0" sldId="278"/>
            <ac:spMk id="34" creationId="{165FD74B-79DA-23ED-55E8-07094F8039D1}"/>
          </ac:spMkLst>
        </pc:spChg>
        <pc:spChg chg="add mod">
          <ac:chgData name="Francisco Silva" userId="a288cbaf746e6d0a" providerId="LiveId" clId="{4EFD071F-5353-44F5-81BE-1C2D6554C15B}" dt="2026-03-07T02:59:43.878" v="307"/>
          <ac:spMkLst>
            <pc:docMk/>
            <pc:sldMk cId="0" sldId="278"/>
            <ac:spMk id="35" creationId="{41064285-E4DC-E9BB-6886-354EDD050043}"/>
          </ac:spMkLst>
        </pc:spChg>
      </pc:sldChg>
      <pc:sldChg chg="add setBg">
        <pc:chgData name="Francisco Silva" userId="a288cbaf746e6d0a" providerId="LiveId" clId="{4EFD071F-5353-44F5-81BE-1C2D6554C15B}" dt="2026-03-07T02:28:57.385" v="3"/>
        <pc:sldMkLst>
          <pc:docMk/>
          <pc:sldMk cId="0" sldId="279"/>
        </pc:sldMkLst>
      </pc:sldChg>
      <pc:sldChg chg="addSp delSp modSp add mod setBg">
        <pc:chgData name="Francisco Silva" userId="a288cbaf746e6d0a" providerId="LiveId" clId="{4EFD071F-5353-44F5-81BE-1C2D6554C15B}" dt="2026-03-07T02:55:02.587" v="211" actId="1038"/>
        <pc:sldMkLst>
          <pc:docMk/>
          <pc:sldMk cId="382049406" sldId="281"/>
        </pc:sldMkLst>
        <pc:spChg chg="add mod">
          <ac:chgData name="Francisco Silva" userId="a288cbaf746e6d0a" providerId="LiveId" clId="{4EFD071F-5353-44F5-81BE-1C2D6554C15B}" dt="2026-03-07T02:55:02.587" v="211" actId="1038"/>
          <ac:spMkLst>
            <pc:docMk/>
            <pc:sldMk cId="382049406" sldId="281"/>
            <ac:spMk id="13" creationId="{126CB09D-0BFD-09CC-0B52-045D8A1DF192}"/>
          </ac:spMkLst>
        </pc:spChg>
        <pc:spChg chg="add mod">
          <ac:chgData name="Francisco Silva" userId="a288cbaf746e6d0a" providerId="LiveId" clId="{4EFD071F-5353-44F5-81BE-1C2D6554C15B}" dt="2026-03-07T02:54:24.596" v="196" actId="1076"/>
          <ac:spMkLst>
            <pc:docMk/>
            <pc:sldMk cId="382049406" sldId="281"/>
            <ac:spMk id="14" creationId="{F1208A27-ACDC-2F0D-389D-D639A2AE77BA}"/>
          </ac:spMkLst>
        </pc:spChg>
        <pc:cxnChg chg="add mod">
          <ac:chgData name="Francisco Silva" userId="a288cbaf746e6d0a" providerId="LiveId" clId="{4EFD071F-5353-44F5-81BE-1C2D6554C15B}" dt="2026-03-07T02:54:16.895" v="195" actId="339"/>
          <ac:cxnSpMkLst>
            <pc:docMk/>
            <pc:sldMk cId="382049406" sldId="281"/>
            <ac:cxnSpMk id="16" creationId="{87E16401-53BD-06FB-8BD7-0FAEF5EF5329}"/>
          </ac:cxnSpMkLst>
        </pc:cxnChg>
      </pc:sldChg>
      <pc:sldChg chg="modSp add mod">
        <pc:chgData name="Francisco Silva" userId="a288cbaf746e6d0a" providerId="LiveId" clId="{4EFD071F-5353-44F5-81BE-1C2D6554C15B}" dt="2026-03-07T02:54:56.602" v="208" actId="1038"/>
        <pc:sldMkLst>
          <pc:docMk/>
          <pc:sldMk cId="115392157" sldId="282"/>
        </pc:sldMkLst>
        <pc:spChg chg="mod">
          <ac:chgData name="Francisco Silva" userId="a288cbaf746e6d0a" providerId="LiveId" clId="{4EFD071F-5353-44F5-81BE-1C2D6554C15B}" dt="2026-03-07T02:54:56.602" v="208" actId="1038"/>
          <ac:spMkLst>
            <pc:docMk/>
            <pc:sldMk cId="115392157" sldId="282"/>
            <ac:spMk id="13" creationId="{5D44035D-AB1C-53F3-0CCD-B524807CC57E}"/>
          </ac:spMkLst>
        </pc:spChg>
        <pc:spChg chg="mod">
          <ac:chgData name="Francisco Silva" userId="a288cbaf746e6d0a" providerId="LiveId" clId="{4EFD071F-5353-44F5-81BE-1C2D6554C15B}" dt="2026-03-07T02:54:42.600" v="200" actId="20577"/>
          <ac:spMkLst>
            <pc:docMk/>
            <pc:sldMk cId="115392157" sldId="282"/>
            <ac:spMk id="14" creationId="{7C19D1E8-29E0-C8E9-DB41-05034A11BC46}"/>
          </ac:spMkLst>
        </pc:spChg>
      </pc:sldChg>
      <pc:sldChg chg="modSp add mod">
        <pc:chgData name="Francisco Silva" userId="a288cbaf746e6d0a" providerId="LiveId" clId="{4EFD071F-5353-44F5-81BE-1C2D6554C15B}" dt="2026-03-07T02:55:23.649" v="216"/>
        <pc:sldMkLst>
          <pc:docMk/>
          <pc:sldMk cId="4114825286" sldId="283"/>
        </pc:sldMkLst>
        <pc:spChg chg="mod">
          <ac:chgData name="Francisco Silva" userId="a288cbaf746e6d0a" providerId="LiveId" clId="{4EFD071F-5353-44F5-81BE-1C2D6554C15B}" dt="2026-03-07T02:55:23.649" v="216"/>
          <ac:spMkLst>
            <pc:docMk/>
            <pc:sldMk cId="4114825286" sldId="283"/>
            <ac:spMk id="13" creationId="{586A7FFC-A886-35D2-7A56-D6C122CD8814}"/>
          </ac:spMkLst>
        </pc:spChg>
        <pc:spChg chg="mod">
          <ac:chgData name="Francisco Silva" userId="a288cbaf746e6d0a" providerId="LiveId" clId="{4EFD071F-5353-44F5-81BE-1C2D6554C15B}" dt="2026-03-07T02:55:20.465" v="215" actId="6549"/>
          <ac:spMkLst>
            <pc:docMk/>
            <pc:sldMk cId="4114825286" sldId="283"/>
            <ac:spMk id="14" creationId="{7E90CD51-2298-5ED9-5E21-B71BDE7A1FCD}"/>
          </ac:spMkLst>
        </pc:spChg>
      </pc:sldChg>
      <pc:sldChg chg="modSp add mod">
        <pc:chgData name="Francisco Silva" userId="a288cbaf746e6d0a" providerId="LiveId" clId="{4EFD071F-5353-44F5-81BE-1C2D6554C15B}" dt="2026-03-07T02:55:38.900" v="221"/>
        <pc:sldMkLst>
          <pc:docMk/>
          <pc:sldMk cId="2422377268" sldId="284"/>
        </pc:sldMkLst>
        <pc:spChg chg="mod">
          <ac:chgData name="Francisco Silva" userId="a288cbaf746e6d0a" providerId="LiveId" clId="{4EFD071F-5353-44F5-81BE-1C2D6554C15B}" dt="2026-03-07T02:55:38.900" v="221"/>
          <ac:spMkLst>
            <pc:docMk/>
            <pc:sldMk cId="2422377268" sldId="284"/>
            <ac:spMk id="13" creationId="{C601B13D-B0FC-5590-8AC1-F4FED5C4117A}"/>
          </ac:spMkLst>
        </pc:spChg>
        <pc:spChg chg="mod">
          <ac:chgData name="Francisco Silva" userId="a288cbaf746e6d0a" providerId="LiveId" clId="{4EFD071F-5353-44F5-81BE-1C2D6554C15B}" dt="2026-03-07T02:55:36.131" v="220" actId="20577"/>
          <ac:spMkLst>
            <pc:docMk/>
            <pc:sldMk cId="2422377268" sldId="284"/>
            <ac:spMk id="14" creationId="{6C286057-B071-1602-9CEB-9A98C3BB810D}"/>
          </ac:spMkLst>
        </pc:spChg>
      </pc:sldChg>
      <pc:sldChg chg="addSp modSp add mod ord setBg">
        <pc:chgData name="Francisco Silva" userId="a288cbaf746e6d0a" providerId="LiveId" clId="{4EFD071F-5353-44F5-81BE-1C2D6554C15B}" dt="2026-03-17T15:46:51.667" v="4278"/>
        <pc:sldMkLst>
          <pc:docMk/>
          <pc:sldMk cId="0" sldId="285"/>
        </pc:sldMkLst>
        <pc:spChg chg="mod">
          <ac:chgData name="Francisco Silva" userId="a288cbaf746e6d0a" providerId="LiveId" clId="{4EFD071F-5353-44F5-81BE-1C2D6554C15B}" dt="2026-03-17T15:26:38.090" v="3895" actId="20577"/>
          <ac:spMkLst>
            <pc:docMk/>
            <pc:sldMk cId="0" sldId="285"/>
            <ac:spMk id="5" creationId="{00000000-0000-0000-0000-000000000000}"/>
          </ac:spMkLst>
        </pc:spChg>
        <pc:spChg chg="add mod">
          <ac:chgData name="Francisco Silva" userId="a288cbaf746e6d0a" providerId="LiveId" clId="{4EFD071F-5353-44F5-81BE-1C2D6554C15B}" dt="2026-03-17T15:28:23.054" v="3959" actId="20577"/>
          <ac:spMkLst>
            <pc:docMk/>
            <pc:sldMk cId="0" sldId="285"/>
            <ac:spMk id="6" creationId="{A1FE6103-BAEE-145A-186D-8B430306D66D}"/>
          </ac:spMkLst>
        </pc:spChg>
        <pc:spChg chg="mod">
          <ac:chgData name="Francisco Silva" userId="a288cbaf746e6d0a" providerId="LiveId" clId="{4EFD071F-5353-44F5-81BE-1C2D6554C15B}" dt="2026-03-17T15:28:29.362" v="3976" actId="1035"/>
          <ac:spMkLst>
            <pc:docMk/>
            <pc:sldMk cId="0" sldId="285"/>
            <ac:spMk id="20" creationId="{00000000-0000-0000-0000-000000000000}"/>
          </ac:spMkLst>
        </pc:spChg>
        <pc:spChg chg="mod">
          <ac:chgData name="Francisco Silva" userId="a288cbaf746e6d0a" providerId="LiveId" clId="{4EFD071F-5353-44F5-81BE-1C2D6554C15B}" dt="2026-03-17T15:28:29.362" v="3976" actId="1035"/>
          <ac:spMkLst>
            <pc:docMk/>
            <pc:sldMk cId="0" sldId="285"/>
            <ac:spMk id="21" creationId="{00000000-0000-0000-0000-000000000000}"/>
          </ac:spMkLst>
        </pc:spChg>
        <pc:spChg chg="mod">
          <ac:chgData name="Francisco Silva" userId="a288cbaf746e6d0a" providerId="LiveId" clId="{4EFD071F-5353-44F5-81BE-1C2D6554C15B}" dt="2026-03-17T15:28:29.362" v="3976" actId="1035"/>
          <ac:spMkLst>
            <pc:docMk/>
            <pc:sldMk cId="0" sldId="285"/>
            <ac:spMk id="22" creationId="{00000000-0000-0000-0000-000000000000}"/>
          </ac:spMkLst>
        </pc:spChg>
        <pc:spChg chg="mod">
          <ac:chgData name="Francisco Silva" userId="a288cbaf746e6d0a" providerId="LiveId" clId="{4EFD071F-5353-44F5-81BE-1C2D6554C15B}" dt="2026-03-17T15:28:29.362" v="3976" actId="1035"/>
          <ac:spMkLst>
            <pc:docMk/>
            <pc:sldMk cId="0" sldId="285"/>
            <ac:spMk id="23" creationId="{00000000-0000-0000-0000-000000000000}"/>
          </ac:spMkLst>
        </pc:spChg>
        <pc:spChg chg="mod">
          <ac:chgData name="Francisco Silva" userId="a288cbaf746e6d0a" providerId="LiveId" clId="{4EFD071F-5353-44F5-81BE-1C2D6554C15B}" dt="2026-03-17T15:28:29.362" v="3976" actId="1035"/>
          <ac:spMkLst>
            <pc:docMk/>
            <pc:sldMk cId="0" sldId="285"/>
            <ac:spMk id="25" creationId="{00000000-0000-0000-0000-000000000000}"/>
          </ac:spMkLst>
        </pc:spChg>
        <pc:spChg chg="mod">
          <ac:chgData name="Francisco Silva" userId="a288cbaf746e6d0a" providerId="LiveId" clId="{4EFD071F-5353-44F5-81BE-1C2D6554C15B}" dt="2026-03-17T15:28:29.362" v="3976" actId="1035"/>
          <ac:spMkLst>
            <pc:docMk/>
            <pc:sldMk cId="0" sldId="285"/>
            <ac:spMk id="26" creationId="{00000000-0000-0000-0000-000000000000}"/>
          </ac:spMkLst>
        </pc:spChg>
        <pc:spChg chg="mod">
          <ac:chgData name="Francisco Silva" userId="a288cbaf746e6d0a" providerId="LiveId" clId="{4EFD071F-5353-44F5-81BE-1C2D6554C15B}" dt="2026-03-17T15:28:29.362" v="3976" actId="1035"/>
          <ac:spMkLst>
            <pc:docMk/>
            <pc:sldMk cId="0" sldId="285"/>
            <ac:spMk id="27" creationId="{00000000-0000-0000-0000-000000000000}"/>
          </ac:spMkLst>
        </pc:spChg>
        <pc:spChg chg="mod">
          <ac:chgData name="Francisco Silva" userId="a288cbaf746e6d0a" providerId="LiveId" clId="{4EFD071F-5353-44F5-81BE-1C2D6554C15B}" dt="2026-03-17T15:28:29.362" v="3976" actId="1035"/>
          <ac:spMkLst>
            <pc:docMk/>
            <pc:sldMk cId="0" sldId="285"/>
            <ac:spMk id="28" creationId="{00000000-0000-0000-0000-000000000000}"/>
          </ac:spMkLst>
        </pc:spChg>
        <pc:spChg chg="mod">
          <ac:chgData name="Francisco Silva" userId="a288cbaf746e6d0a" providerId="LiveId" clId="{4EFD071F-5353-44F5-81BE-1C2D6554C15B}" dt="2026-03-17T15:29:57.697" v="4037" actId="5793"/>
          <ac:spMkLst>
            <pc:docMk/>
            <pc:sldMk cId="0" sldId="285"/>
            <ac:spMk id="41" creationId="{00000000-0000-0000-0000-000000000000}"/>
          </ac:spMkLst>
        </pc:spChg>
        <pc:spChg chg="mod">
          <ac:chgData name="Francisco Silva" userId="a288cbaf746e6d0a" providerId="LiveId" clId="{4EFD071F-5353-44F5-81BE-1C2D6554C15B}" dt="2026-03-17T15:28:29.362" v="3976" actId="1035"/>
          <ac:spMkLst>
            <pc:docMk/>
            <pc:sldMk cId="0" sldId="285"/>
            <ac:spMk id="42" creationId="{00000000-0000-0000-0000-000000000000}"/>
          </ac:spMkLst>
        </pc:spChg>
        <pc:spChg chg="mod">
          <ac:chgData name="Francisco Silva" userId="a288cbaf746e6d0a" providerId="LiveId" clId="{4EFD071F-5353-44F5-81BE-1C2D6554C15B}" dt="2026-03-17T15:30:59.783" v="4082" actId="20577"/>
          <ac:spMkLst>
            <pc:docMk/>
            <pc:sldMk cId="0" sldId="285"/>
            <ac:spMk id="43" creationId="{00000000-0000-0000-0000-000000000000}"/>
          </ac:spMkLst>
        </pc:spChg>
      </pc:sldChg>
      <pc:sldChg chg="addSp modSp add mod ord setBg">
        <pc:chgData name="Francisco Silva" userId="a288cbaf746e6d0a" providerId="LiveId" clId="{4EFD071F-5353-44F5-81BE-1C2D6554C15B}" dt="2026-03-17T15:46:51.667" v="4278"/>
        <pc:sldMkLst>
          <pc:docMk/>
          <pc:sldMk cId="0" sldId="286"/>
        </pc:sldMkLst>
        <pc:spChg chg="mod">
          <ac:chgData name="Francisco Silva" userId="a288cbaf746e6d0a" providerId="LiveId" clId="{4EFD071F-5353-44F5-81BE-1C2D6554C15B}" dt="2026-03-17T15:27:52.298" v="3944" actId="20577"/>
          <ac:spMkLst>
            <pc:docMk/>
            <pc:sldMk cId="0" sldId="286"/>
            <ac:spMk id="5" creationId="{00000000-0000-0000-0000-000000000000}"/>
          </ac:spMkLst>
        </pc:spChg>
        <pc:spChg chg="add mod">
          <ac:chgData name="Francisco Silva" userId="a288cbaf746e6d0a" providerId="LiveId" clId="{4EFD071F-5353-44F5-81BE-1C2D6554C15B}" dt="2026-03-17T15:27:09.336" v="3918"/>
          <ac:spMkLst>
            <pc:docMk/>
            <pc:sldMk cId="0" sldId="286"/>
            <ac:spMk id="6" creationId="{E371B132-0C33-4CCB-7BFD-19EA8BA68122}"/>
          </ac:spMkLst>
        </pc:spChg>
        <pc:spChg chg="mod">
          <ac:chgData name="Francisco Silva" userId="a288cbaf746e6d0a" providerId="LiveId" clId="{4EFD071F-5353-44F5-81BE-1C2D6554C15B}" dt="2026-03-17T15:27:50.213" v="3943" actId="14100"/>
          <ac:spMkLst>
            <pc:docMk/>
            <pc:sldMk cId="0" sldId="286"/>
            <ac:spMk id="10" creationId="{00000000-0000-0000-0000-000000000000}"/>
          </ac:spMkLst>
        </pc:spChg>
        <pc:spChg chg="mod">
          <ac:chgData name="Francisco Silva" userId="a288cbaf746e6d0a" providerId="LiveId" clId="{4EFD071F-5353-44F5-81BE-1C2D6554C15B}" dt="2026-03-17T15:27:34.954" v="3940" actId="1036"/>
          <ac:spMkLst>
            <pc:docMk/>
            <pc:sldMk cId="0" sldId="286"/>
            <ac:spMk id="11" creationId="{00000000-0000-0000-0000-000000000000}"/>
          </ac:spMkLst>
        </pc:spChg>
        <pc:spChg chg="mod">
          <ac:chgData name="Francisco Silva" userId="a288cbaf746e6d0a" providerId="LiveId" clId="{4EFD071F-5353-44F5-81BE-1C2D6554C15B}" dt="2026-03-17T15:27:34.954" v="3940" actId="1036"/>
          <ac:spMkLst>
            <pc:docMk/>
            <pc:sldMk cId="0" sldId="286"/>
            <ac:spMk id="12" creationId="{00000000-0000-0000-0000-000000000000}"/>
          </ac:spMkLst>
        </pc:spChg>
        <pc:spChg chg="mod">
          <ac:chgData name="Francisco Silva" userId="a288cbaf746e6d0a" providerId="LiveId" clId="{4EFD071F-5353-44F5-81BE-1C2D6554C15B}" dt="2026-03-17T15:27:50.213" v="3943" actId="14100"/>
          <ac:spMkLst>
            <pc:docMk/>
            <pc:sldMk cId="0" sldId="286"/>
            <ac:spMk id="20" creationId="{00000000-0000-0000-0000-000000000000}"/>
          </ac:spMkLst>
        </pc:spChg>
        <pc:spChg chg="mod">
          <ac:chgData name="Francisco Silva" userId="a288cbaf746e6d0a" providerId="LiveId" clId="{4EFD071F-5353-44F5-81BE-1C2D6554C15B}" dt="2026-03-17T15:27:34.954" v="3940" actId="1036"/>
          <ac:spMkLst>
            <pc:docMk/>
            <pc:sldMk cId="0" sldId="286"/>
            <ac:spMk id="21" creationId="{00000000-0000-0000-0000-000000000000}"/>
          </ac:spMkLst>
        </pc:spChg>
        <pc:spChg chg="mod">
          <ac:chgData name="Francisco Silva" userId="a288cbaf746e6d0a" providerId="LiveId" clId="{4EFD071F-5353-44F5-81BE-1C2D6554C15B}" dt="2026-03-17T15:27:34.954" v="3940" actId="1036"/>
          <ac:spMkLst>
            <pc:docMk/>
            <pc:sldMk cId="0" sldId="286"/>
            <ac:spMk id="22" creationId="{00000000-0000-0000-0000-000000000000}"/>
          </ac:spMkLst>
        </pc:spChg>
        <pc:spChg chg="mod">
          <ac:chgData name="Francisco Silva" userId="a288cbaf746e6d0a" providerId="LiveId" clId="{4EFD071F-5353-44F5-81BE-1C2D6554C15B}" dt="2026-03-17T15:27:50.213" v="3943" actId="14100"/>
          <ac:spMkLst>
            <pc:docMk/>
            <pc:sldMk cId="0" sldId="286"/>
            <ac:spMk id="30" creationId="{00000000-0000-0000-0000-000000000000}"/>
          </ac:spMkLst>
        </pc:spChg>
        <pc:spChg chg="mod">
          <ac:chgData name="Francisco Silva" userId="a288cbaf746e6d0a" providerId="LiveId" clId="{4EFD071F-5353-44F5-81BE-1C2D6554C15B}" dt="2026-03-17T15:27:34.954" v="3940" actId="1036"/>
          <ac:spMkLst>
            <pc:docMk/>
            <pc:sldMk cId="0" sldId="286"/>
            <ac:spMk id="31" creationId="{00000000-0000-0000-0000-000000000000}"/>
          </ac:spMkLst>
        </pc:spChg>
        <pc:spChg chg="mod">
          <ac:chgData name="Francisco Silva" userId="a288cbaf746e6d0a" providerId="LiveId" clId="{4EFD071F-5353-44F5-81BE-1C2D6554C15B}" dt="2026-03-17T15:27:34.954" v="3940" actId="1036"/>
          <ac:spMkLst>
            <pc:docMk/>
            <pc:sldMk cId="0" sldId="286"/>
            <ac:spMk id="32" creationId="{00000000-0000-0000-0000-000000000000}"/>
          </ac:spMkLst>
        </pc:spChg>
      </pc:sldChg>
      <pc:sldChg chg="addSp delSp modSp add mod ord setBg">
        <pc:chgData name="Francisco Silva" userId="a288cbaf746e6d0a" providerId="LiveId" clId="{4EFD071F-5353-44F5-81BE-1C2D6554C15B}" dt="2026-03-17T15:50:12.705" v="4292" actId="478"/>
        <pc:sldMkLst>
          <pc:docMk/>
          <pc:sldMk cId="0" sldId="287"/>
        </pc:sldMkLst>
        <pc:spChg chg="add del mod">
          <ac:chgData name="Francisco Silva" userId="a288cbaf746e6d0a" providerId="LiveId" clId="{4EFD071F-5353-44F5-81BE-1C2D6554C15B}" dt="2026-03-17T15:34:14.583" v="4144" actId="1035"/>
          <ac:spMkLst>
            <pc:docMk/>
            <pc:sldMk cId="0" sldId="287"/>
            <ac:spMk id="5" creationId="{00000000-0000-0000-0000-000000000000}"/>
          </ac:spMkLst>
        </pc:spChg>
        <pc:spChg chg="add mod">
          <ac:chgData name="Francisco Silva" userId="a288cbaf746e6d0a" providerId="LiveId" clId="{4EFD071F-5353-44F5-81BE-1C2D6554C15B}" dt="2026-03-17T15:32:22.348" v="4112" actId="20577"/>
          <ac:spMkLst>
            <pc:docMk/>
            <pc:sldMk cId="0" sldId="287"/>
            <ac:spMk id="6" creationId="{56DBFB5A-DABA-15C4-632F-293CD9CF4816}"/>
          </ac:spMkLst>
        </pc:spChg>
        <pc:spChg chg="add mod">
          <ac:chgData name="Francisco Silva" userId="a288cbaf746e6d0a" providerId="LiveId" clId="{4EFD071F-5353-44F5-81BE-1C2D6554C15B}" dt="2026-03-17T15:31:48.477" v="4086"/>
          <ac:spMkLst>
            <pc:docMk/>
            <pc:sldMk cId="0" sldId="287"/>
            <ac:spMk id="7" creationId="{DA63C9B6-29D8-225A-53C9-C12AD88519A3}"/>
          </ac:spMkLst>
        </pc:spChg>
        <pc:spChg chg="mod">
          <ac:chgData name="Francisco Silva" userId="a288cbaf746e6d0a" providerId="LiveId" clId="{4EFD071F-5353-44F5-81BE-1C2D6554C15B}" dt="2026-03-17T15:37:56.938" v="4210" actId="1076"/>
          <ac:spMkLst>
            <pc:docMk/>
            <pc:sldMk cId="0" sldId="287"/>
            <ac:spMk id="10" creationId="{00000000-0000-0000-0000-000000000000}"/>
          </ac:spMkLst>
        </pc:spChg>
        <pc:spChg chg="mod">
          <ac:chgData name="Francisco Silva" userId="a288cbaf746e6d0a" providerId="LiveId" clId="{4EFD071F-5353-44F5-81BE-1C2D6554C15B}" dt="2026-03-17T15:37:56.938" v="4210" actId="1076"/>
          <ac:spMkLst>
            <pc:docMk/>
            <pc:sldMk cId="0" sldId="287"/>
            <ac:spMk id="11" creationId="{00000000-0000-0000-0000-000000000000}"/>
          </ac:spMkLst>
        </pc:spChg>
        <pc:spChg chg="mod">
          <ac:chgData name="Francisco Silva" userId="a288cbaf746e6d0a" providerId="LiveId" clId="{4EFD071F-5353-44F5-81BE-1C2D6554C15B}" dt="2026-03-17T15:37:51.661" v="4209" actId="14100"/>
          <ac:spMkLst>
            <pc:docMk/>
            <pc:sldMk cId="0" sldId="287"/>
            <ac:spMk id="12" creationId="{00000000-0000-0000-0000-000000000000}"/>
          </ac:spMkLst>
        </pc:spChg>
        <pc:spChg chg="mod">
          <ac:chgData name="Francisco Silva" userId="a288cbaf746e6d0a" providerId="LiveId" clId="{4EFD071F-5353-44F5-81BE-1C2D6554C15B}" dt="2026-03-17T15:36:37.244" v="4192" actId="1076"/>
          <ac:spMkLst>
            <pc:docMk/>
            <pc:sldMk cId="0" sldId="287"/>
            <ac:spMk id="13" creationId="{00000000-0000-0000-0000-000000000000}"/>
          </ac:spMkLst>
        </pc:spChg>
        <pc:spChg chg="add del mod">
          <ac:chgData name="Francisco Silva" userId="a288cbaf746e6d0a" providerId="LiveId" clId="{4EFD071F-5353-44F5-81BE-1C2D6554C15B}" dt="2026-03-17T15:36:31.632" v="4191" actId="478"/>
          <ac:spMkLst>
            <pc:docMk/>
            <pc:sldMk cId="0" sldId="287"/>
            <ac:spMk id="50" creationId="{00000000-0000-0000-0000-000000000000}"/>
          </ac:spMkLst>
        </pc:spChg>
        <pc:spChg chg="add del mod">
          <ac:chgData name="Francisco Silva" userId="a288cbaf746e6d0a" providerId="LiveId" clId="{4EFD071F-5353-44F5-81BE-1C2D6554C15B}" dt="2026-03-17T15:36:31.632" v="4191" actId="478"/>
          <ac:spMkLst>
            <pc:docMk/>
            <pc:sldMk cId="0" sldId="287"/>
            <ac:spMk id="51" creationId="{00000000-0000-0000-0000-000000000000}"/>
          </ac:spMkLst>
        </pc:spChg>
        <pc:spChg chg="add del mod">
          <ac:chgData name="Francisco Silva" userId="a288cbaf746e6d0a" providerId="LiveId" clId="{4EFD071F-5353-44F5-81BE-1C2D6554C15B}" dt="2026-03-17T15:36:31.632" v="4191" actId="478"/>
          <ac:spMkLst>
            <pc:docMk/>
            <pc:sldMk cId="0" sldId="287"/>
            <ac:spMk id="60" creationId="{00000000-0000-0000-0000-000000000000}"/>
          </ac:spMkLst>
        </pc:spChg>
        <pc:spChg chg="add del mod">
          <ac:chgData name="Francisco Silva" userId="a288cbaf746e6d0a" providerId="LiveId" clId="{4EFD071F-5353-44F5-81BE-1C2D6554C15B}" dt="2026-03-17T15:36:31.632" v="4191" actId="478"/>
          <ac:spMkLst>
            <pc:docMk/>
            <pc:sldMk cId="0" sldId="287"/>
            <ac:spMk id="61" creationId="{00000000-0000-0000-0000-000000000000}"/>
          </ac:spMkLst>
        </pc:spChg>
        <pc:spChg chg="add del mod">
          <ac:chgData name="Francisco Silva" userId="a288cbaf746e6d0a" providerId="LiveId" clId="{4EFD071F-5353-44F5-81BE-1C2D6554C15B}" dt="2026-03-17T15:36:31.632" v="4191" actId="478"/>
          <ac:spMkLst>
            <pc:docMk/>
            <pc:sldMk cId="0" sldId="287"/>
            <ac:spMk id="62" creationId="{00000000-0000-0000-0000-000000000000}"/>
          </ac:spMkLst>
        </pc:spChg>
        <pc:spChg chg="add del mod">
          <ac:chgData name="Francisco Silva" userId="a288cbaf746e6d0a" providerId="LiveId" clId="{4EFD071F-5353-44F5-81BE-1C2D6554C15B}" dt="2026-03-17T15:36:31.632" v="4191" actId="478"/>
          <ac:spMkLst>
            <pc:docMk/>
            <pc:sldMk cId="0" sldId="287"/>
            <ac:spMk id="64" creationId="{00000000-0000-0000-0000-000000000000}"/>
          </ac:spMkLst>
        </pc:spChg>
        <pc:spChg chg="add del mod">
          <ac:chgData name="Francisco Silva" userId="a288cbaf746e6d0a" providerId="LiveId" clId="{4EFD071F-5353-44F5-81BE-1C2D6554C15B}" dt="2026-03-17T15:36:31.632" v="4191" actId="478"/>
          <ac:spMkLst>
            <pc:docMk/>
            <pc:sldMk cId="0" sldId="287"/>
            <ac:spMk id="65" creationId="{00000000-0000-0000-0000-000000000000}"/>
          </ac:spMkLst>
        </pc:spChg>
        <pc:spChg chg="add del mod">
          <ac:chgData name="Francisco Silva" userId="a288cbaf746e6d0a" providerId="LiveId" clId="{4EFD071F-5353-44F5-81BE-1C2D6554C15B}" dt="2026-03-17T15:36:31.632" v="4191" actId="478"/>
          <ac:spMkLst>
            <pc:docMk/>
            <pc:sldMk cId="0" sldId="287"/>
            <ac:spMk id="66" creationId="{00000000-0000-0000-0000-000000000000}"/>
          </ac:spMkLst>
        </pc:spChg>
        <pc:spChg chg="add del mod">
          <ac:chgData name="Francisco Silva" userId="a288cbaf746e6d0a" providerId="LiveId" clId="{4EFD071F-5353-44F5-81BE-1C2D6554C15B}" dt="2026-03-17T15:36:31.632" v="4191" actId="478"/>
          <ac:spMkLst>
            <pc:docMk/>
            <pc:sldMk cId="0" sldId="287"/>
            <ac:spMk id="67" creationId="{00000000-0000-0000-0000-000000000000}"/>
          </ac:spMkLst>
        </pc:spChg>
        <pc:spChg chg="add del mod">
          <ac:chgData name="Francisco Silva" userId="a288cbaf746e6d0a" providerId="LiveId" clId="{4EFD071F-5353-44F5-81BE-1C2D6554C15B}" dt="2026-03-17T15:36:31.632" v="4191" actId="478"/>
          <ac:spMkLst>
            <pc:docMk/>
            <pc:sldMk cId="0" sldId="287"/>
            <ac:spMk id="68" creationId="{00000000-0000-0000-0000-000000000000}"/>
          </ac:spMkLst>
        </pc:spChg>
        <pc:picChg chg="add del mod modCrop">
          <ac:chgData name="Francisco Silva" userId="a288cbaf746e6d0a" providerId="LiveId" clId="{4EFD071F-5353-44F5-81BE-1C2D6554C15B}" dt="2026-03-17T15:50:12.705" v="4292" actId="478"/>
          <ac:picMkLst>
            <pc:docMk/>
            <pc:sldMk cId="0" sldId="287"/>
            <ac:picMk id="9" creationId="{3308D9EE-A468-A5C3-3EC9-B5B0C518F6D9}"/>
          </ac:picMkLst>
        </pc:picChg>
        <pc:picChg chg="add del mod">
          <ac:chgData name="Francisco Silva" userId="a288cbaf746e6d0a" providerId="LiveId" clId="{4EFD071F-5353-44F5-81BE-1C2D6554C15B}" dt="2026-03-17T15:50:12.705" v="4292" actId="478"/>
          <ac:picMkLst>
            <pc:docMk/>
            <pc:sldMk cId="0" sldId="287"/>
            <ac:picMk id="14" creationId="{6EEEF029-E75A-CB96-B301-92ADFF9899D9}"/>
          </ac:picMkLst>
        </pc:picChg>
      </pc:sldChg>
      <pc:sldChg chg="addSp delSp modSp add mod ord setBg">
        <pc:chgData name="Francisco Silva" userId="a288cbaf746e6d0a" providerId="LiveId" clId="{4EFD071F-5353-44F5-81BE-1C2D6554C15B}" dt="2026-03-17T15:23:40.355" v="3749" actId="20577"/>
        <pc:sldMkLst>
          <pc:docMk/>
          <pc:sldMk cId="0" sldId="288"/>
        </pc:sldMkLst>
        <pc:spChg chg="del">
          <ac:chgData name="Francisco Silva" userId="a288cbaf746e6d0a" providerId="LiveId" clId="{4EFD071F-5353-44F5-81BE-1C2D6554C15B}" dt="2026-03-17T14:43:23.281" v="1298" actId="478"/>
          <ac:spMkLst>
            <pc:docMk/>
            <pc:sldMk cId="0" sldId="288"/>
            <ac:spMk id="5" creationId="{00000000-0000-0000-0000-000000000000}"/>
          </ac:spMkLst>
        </pc:spChg>
        <pc:spChg chg="add del">
          <ac:chgData name="Francisco Silva" userId="a288cbaf746e6d0a" providerId="LiveId" clId="{4EFD071F-5353-44F5-81BE-1C2D6554C15B}" dt="2026-03-17T14:39:28.890" v="1297" actId="22"/>
          <ac:spMkLst>
            <pc:docMk/>
            <pc:sldMk cId="0" sldId="288"/>
            <ac:spMk id="7" creationId="{B9FDF1FF-8D6A-A0CC-30CF-D2D26BD6A66B}"/>
          </ac:spMkLst>
        </pc:spChg>
        <pc:spChg chg="add mod">
          <ac:chgData name="Francisco Silva" userId="a288cbaf746e6d0a" providerId="LiveId" clId="{4EFD071F-5353-44F5-81BE-1C2D6554C15B}" dt="2026-03-17T14:43:29.439" v="1319" actId="20577"/>
          <ac:spMkLst>
            <pc:docMk/>
            <pc:sldMk cId="0" sldId="288"/>
            <ac:spMk id="8" creationId="{75BA037F-3069-8227-DF31-F9CC626E7659}"/>
          </ac:spMkLst>
        </pc:spChg>
        <pc:spChg chg="del">
          <ac:chgData name="Francisco Silva" userId="a288cbaf746e6d0a" providerId="LiveId" clId="{4EFD071F-5353-44F5-81BE-1C2D6554C15B}" dt="2026-03-17T14:39:26.302" v="1295" actId="478"/>
          <ac:spMkLst>
            <pc:docMk/>
            <pc:sldMk cId="0" sldId="288"/>
            <ac:spMk id="11" creationId="{00000000-0000-0000-0000-000000000000}"/>
          </ac:spMkLst>
        </pc:spChg>
        <pc:spChg chg="add mod">
          <ac:chgData name="Francisco Silva" userId="a288cbaf746e6d0a" providerId="LiveId" clId="{4EFD071F-5353-44F5-81BE-1C2D6554C15B}" dt="2026-03-17T15:23:02.798" v="3730" actId="1035"/>
          <ac:spMkLst>
            <pc:docMk/>
            <pc:sldMk cId="0" sldId="288"/>
            <ac:spMk id="12" creationId="{1D0521EB-4118-23B0-A619-434ED712E39B}"/>
          </ac:spMkLst>
        </pc:spChg>
        <pc:spChg chg="add mod">
          <ac:chgData name="Francisco Silva" userId="a288cbaf746e6d0a" providerId="LiveId" clId="{4EFD071F-5353-44F5-81BE-1C2D6554C15B}" dt="2026-03-17T15:23:40.355" v="3749" actId="20577"/>
          <ac:spMkLst>
            <pc:docMk/>
            <pc:sldMk cId="0" sldId="288"/>
            <ac:spMk id="13" creationId="{03927F11-639E-B07C-7558-A10BD608AB21}"/>
          </ac:spMkLst>
        </pc:spChg>
        <pc:spChg chg="del">
          <ac:chgData name="Francisco Silva" userId="a288cbaf746e6d0a" providerId="LiveId" clId="{4EFD071F-5353-44F5-81BE-1C2D6554C15B}" dt="2026-03-17T14:39:26.302" v="1295" actId="478"/>
          <ac:spMkLst>
            <pc:docMk/>
            <pc:sldMk cId="0" sldId="288"/>
            <ac:spMk id="21" creationId="{00000000-0000-0000-0000-000000000000}"/>
          </ac:spMkLst>
        </pc:spChg>
        <pc:spChg chg="del">
          <ac:chgData name="Francisco Silva" userId="a288cbaf746e6d0a" providerId="LiveId" clId="{4EFD071F-5353-44F5-81BE-1C2D6554C15B}" dt="2026-03-17T14:39:26.302" v="1295" actId="478"/>
          <ac:spMkLst>
            <pc:docMk/>
            <pc:sldMk cId="0" sldId="288"/>
            <ac:spMk id="23" creationId="{00000000-0000-0000-0000-000000000000}"/>
          </ac:spMkLst>
        </pc:spChg>
        <pc:spChg chg="del">
          <ac:chgData name="Francisco Silva" userId="a288cbaf746e6d0a" providerId="LiveId" clId="{4EFD071F-5353-44F5-81BE-1C2D6554C15B}" dt="2026-03-17T14:39:26.302" v="1295" actId="478"/>
          <ac:spMkLst>
            <pc:docMk/>
            <pc:sldMk cId="0" sldId="288"/>
            <ac:spMk id="31" creationId="{00000000-0000-0000-0000-000000000000}"/>
          </ac:spMkLst>
        </pc:spChg>
        <pc:spChg chg="del">
          <ac:chgData name="Francisco Silva" userId="a288cbaf746e6d0a" providerId="LiveId" clId="{4EFD071F-5353-44F5-81BE-1C2D6554C15B}" dt="2026-03-17T14:39:26.302" v="1295" actId="478"/>
          <ac:spMkLst>
            <pc:docMk/>
            <pc:sldMk cId="0" sldId="288"/>
            <ac:spMk id="32" creationId="{00000000-0000-0000-0000-000000000000}"/>
          </ac:spMkLst>
        </pc:spChg>
        <pc:spChg chg="del">
          <ac:chgData name="Francisco Silva" userId="a288cbaf746e6d0a" providerId="LiveId" clId="{4EFD071F-5353-44F5-81BE-1C2D6554C15B}" dt="2026-03-17T14:39:26.302" v="1295" actId="478"/>
          <ac:spMkLst>
            <pc:docMk/>
            <pc:sldMk cId="0" sldId="288"/>
            <ac:spMk id="40" creationId="{00000000-0000-0000-0000-000000000000}"/>
          </ac:spMkLst>
        </pc:spChg>
        <pc:spChg chg="del">
          <ac:chgData name="Francisco Silva" userId="a288cbaf746e6d0a" providerId="LiveId" clId="{4EFD071F-5353-44F5-81BE-1C2D6554C15B}" dt="2026-03-17T14:39:26.302" v="1295" actId="478"/>
          <ac:spMkLst>
            <pc:docMk/>
            <pc:sldMk cId="0" sldId="288"/>
            <ac:spMk id="43" creationId="{00000000-0000-0000-0000-000000000000}"/>
          </ac:spMkLst>
        </pc:spChg>
        <pc:spChg chg="del">
          <ac:chgData name="Francisco Silva" userId="a288cbaf746e6d0a" providerId="LiveId" clId="{4EFD071F-5353-44F5-81BE-1C2D6554C15B}" dt="2026-03-17T14:39:26.302" v="1295" actId="478"/>
          <ac:spMkLst>
            <pc:docMk/>
            <pc:sldMk cId="0" sldId="288"/>
            <ac:spMk id="53" creationId="{00000000-0000-0000-0000-000000000000}"/>
          </ac:spMkLst>
        </pc:spChg>
        <pc:spChg chg="del">
          <ac:chgData name="Francisco Silva" userId="a288cbaf746e6d0a" providerId="LiveId" clId="{4EFD071F-5353-44F5-81BE-1C2D6554C15B}" dt="2026-03-17T14:39:26.302" v="1295" actId="478"/>
          <ac:spMkLst>
            <pc:docMk/>
            <pc:sldMk cId="0" sldId="288"/>
            <ac:spMk id="60" creationId="{00000000-0000-0000-0000-000000000000}"/>
          </ac:spMkLst>
        </pc:spChg>
        <pc:spChg chg="del">
          <ac:chgData name="Francisco Silva" userId="a288cbaf746e6d0a" providerId="LiveId" clId="{4EFD071F-5353-44F5-81BE-1C2D6554C15B}" dt="2026-03-17T14:39:26.302" v="1295" actId="478"/>
          <ac:spMkLst>
            <pc:docMk/>
            <pc:sldMk cId="0" sldId="288"/>
            <ac:spMk id="61" creationId="{00000000-0000-0000-0000-000000000000}"/>
          </ac:spMkLst>
        </pc:spChg>
        <pc:graphicFrameChg chg="add mod modGraphic">
          <ac:chgData name="Francisco Silva" userId="a288cbaf746e6d0a" providerId="LiveId" clId="{4EFD071F-5353-44F5-81BE-1C2D6554C15B}" dt="2026-03-17T14:52:42.683" v="1750" actId="404"/>
          <ac:graphicFrameMkLst>
            <pc:docMk/>
            <pc:sldMk cId="0" sldId="288"/>
            <ac:graphicFrameMk id="9" creationId="{5FB4740F-FEEC-A8FC-50D0-5E5FB64FBA6D}"/>
          </ac:graphicFrameMkLst>
        </pc:graphicFrameChg>
      </pc:sldChg>
      <pc:sldChg chg="modSp add mod ord setBg">
        <pc:chgData name="Francisco Silva" userId="a288cbaf746e6d0a" providerId="LiveId" clId="{4EFD071F-5353-44F5-81BE-1C2D6554C15B}" dt="2026-03-17T15:26:20.070" v="3887" actId="6549"/>
        <pc:sldMkLst>
          <pc:docMk/>
          <pc:sldMk cId="0" sldId="289"/>
        </pc:sldMkLst>
        <pc:spChg chg="mod">
          <ac:chgData name="Francisco Silva" userId="a288cbaf746e6d0a" providerId="LiveId" clId="{4EFD071F-5353-44F5-81BE-1C2D6554C15B}" dt="2026-03-17T15:24:31.059" v="3780" actId="20577"/>
          <ac:spMkLst>
            <pc:docMk/>
            <pc:sldMk cId="0" sldId="289"/>
            <ac:spMk id="12" creationId="{00000000-0000-0000-0000-000000000000}"/>
          </ac:spMkLst>
        </pc:spChg>
        <pc:spChg chg="mod">
          <ac:chgData name="Francisco Silva" userId="a288cbaf746e6d0a" providerId="LiveId" clId="{4EFD071F-5353-44F5-81BE-1C2D6554C15B}" dt="2026-03-17T15:26:20.070" v="3887" actId="6549"/>
          <ac:spMkLst>
            <pc:docMk/>
            <pc:sldMk cId="0" sldId="289"/>
            <ac:spMk id="22" creationId="{00000000-0000-0000-0000-000000000000}"/>
          </ac:spMkLst>
        </pc:spChg>
      </pc:sldChg>
      <pc:sldChg chg="addSp delSp modSp add mod setBg">
        <pc:chgData name="Francisco Silva" userId="a288cbaf746e6d0a" providerId="LiveId" clId="{4EFD071F-5353-44F5-81BE-1C2D6554C15B}" dt="2026-03-17T15:42:25.795" v="4254" actId="14100"/>
        <pc:sldMkLst>
          <pc:docMk/>
          <pc:sldMk cId="0" sldId="290"/>
        </pc:sldMkLst>
        <pc:spChg chg="mod">
          <ac:chgData name="Francisco Silva" userId="a288cbaf746e6d0a" providerId="LiveId" clId="{4EFD071F-5353-44F5-81BE-1C2D6554C15B}" dt="2026-03-17T15:41:20.133" v="4246" actId="20577"/>
          <ac:spMkLst>
            <pc:docMk/>
            <pc:sldMk cId="0" sldId="290"/>
            <ac:spMk id="5" creationId="{00000000-0000-0000-0000-000000000000}"/>
          </ac:spMkLst>
        </pc:spChg>
        <pc:spChg chg="add mod">
          <ac:chgData name="Francisco Silva" userId="a288cbaf746e6d0a" providerId="LiveId" clId="{4EFD071F-5353-44F5-81BE-1C2D6554C15B}" dt="2026-03-17T15:42:22.670" v="4253" actId="14100"/>
          <ac:spMkLst>
            <pc:docMk/>
            <pc:sldMk cId="0" sldId="290"/>
            <ac:spMk id="8" creationId="{7D5E87DB-8C64-CE72-5E54-E8C7DD26EE11}"/>
          </ac:spMkLst>
        </pc:spChg>
        <pc:spChg chg="add mod">
          <ac:chgData name="Francisco Silva" userId="a288cbaf746e6d0a" providerId="LiveId" clId="{4EFD071F-5353-44F5-81BE-1C2D6554C15B}" dt="2026-03-17T15:42:25.795" v="4254" actId="14100"/>
          <ac:spMkLst>
            <pc:docMk/>
            <pc:sldMk cId="0" sldId="290"/>
            <ac:spMk id="9" creationId="{2D75AC84-A178-5D20-2E55-18EDC3E113AE}"/>
          </ac:spMkLst>
        </pc:spChg>
        <pc:spChg chg="del">
          <ac:chgData name="Francisco Silva" userId="a288cbaf746e6d0a" providerId="LiveId" clId="{4EFD071F-5353-44F5-81BE-1C2D6554C15B}" dt="2026-03-17T15:38:25.202" v="4212" actId="478"/>
          <ac:spMkLst>
            <pc:docMk/>
            <pc:sldMk cId="0" sldId="290"/>
            <ac:spMk id="10" creationId="{00000000-0000-0000-0000-000000000000}"/>
          </ac:spMkLst>
        </pc:spChg>
        <pc:spChg chg="del">
          <ac:chgData name="Francisco Silva" userId="a288cbaf746e6d0a" providerId="LiveId" clId="{4EFD071F-5353-44F5-81BE-1C2D6554C15B}" dt="2026-03-17T15:38:23.692" v="4211" actId="478"/>
          <ac:spMkLst>
            <pc:docMk/>
            <pc:sldMk cId="0" sldId="290"/>
            <ac:spMk id="11" creationId="{00000000-0000-0000-0000-000000000000}"/>
          </ac:spMkLst>
        </pc:spChg>
        <pc:spChg chg="mod ord">
          <ac:chgData name="Francisco Silva" userId="a288cbaf746e6d0a" providerId="LiveId" clId="{4EFD071F-5353-44F5-81BE-1C2D6554C15B}" dt="2026-03-17T15:42:12.538" v="4251" actId="1076"/>
          <ac:spMkLst>
            <pc:docMk/>
            <pc:sldMk cId="0" sldId="290"/>
            <ac:spMk id="20" creationId="{00000000-0000-0000-0000-000000000000}"/>
          </ac:spMkLst>
        </pc:spChg>
        <pc:spChg chg="mod ord">
          <ac:chgData name="Francisco Silva" userId="a288cbaf746e6d0a" providerId="LiveId" clId="{4EFD071F-5353-44F5-81BE-1C2D6554C15B}" dt="2026-03-17T15:42:12.538" v="4251" actId="1076"/>
          <ac:spMkLst>
            <pc:docMk/>
            <pc:sldMk cId="0" sldId="290"/>
            <ac:spMk id="21" creationId="{00000000-0000-0000-0000-000000000000}"/>
          </ac:spMkLst>
        </pc:spChg>
        <pc:picChg chg="add mod modCrop">
          <ac:chgData name="Francisco Silva" userId="a288cbaf746e6d0a" providerId="LiveId" clId="{4EFD071F-5353-44F5-81BE-1C2D6554C15B}" dt="2026-03-17T15:39:25.091" v="4220" actId="14861"/>
          <ac:picMkLst>
            <pc:docMk/>
            <pc:sldMk cId="0" sldId="290"/>
            <ac:picMk id="7" creationId="{F4E8ABD3-4087-6919-0590-2915AFA9C878}"/>
          </ac:picMkLst>
        </pc:picChg>
      </pc:sldChg>
      <pc:sldChg chg="addSp delSp modSp add del mod setBg">
        <pc:chgData name="Francisco Silva" userId="a288cbaf746e6d0a" providerId="LiveId" clId="{4EFD071F-5353-44F5-81BE-1C2D6554C15B}" dt="2026-03-17T16:06:02.506" v="4505" actId="47"/>
        <pc:sldMkLst>
          <pc:docMk/>
          <pc:sldMk cId="0" sldId="291"/>
        </pc:sldMkLst>
        <pc:spChg chg="mod">
          <ac:chgData name="Francisco Silva" userId="a288cbaf746e6d0a" providerId="LiveId" clId="{4EFD071F-5353-44F5-81BE-1C2D6554C15B}" dt="2026-03-17T15:43:30.579" v="4258" actId="20577"/>
          <ac:spMkLst>
            <pc:docMk/>
            <pc:sldMk cId="0" sldId="291"/>
            <ac:spMk id="5" creationId="{00000000-0000-0000-0000-000000000000}"/>
          </ac:spMkLst>
        </pc:spChg>
        <pc:spChg chg="del mod">
          <ac:chgData name="Francisco Silva" userId="a288cbaf746e6d0a" providerId="LiveId" clId="{4EFD071F-5353-44F5-81BE-1C2D6554C15B}" dt="2026-03-17T15:54:42.134" v="4335" actId="478"/>
          <ac:spMkLst>
            <pc:docMk/>
            <pc:sldMk cId="0" sldId="291"/>
            <ac:spMk id="10" creationId="{00000000-0000-0000-0000-000000000000}"/>
          </ac:spMkLst>
        </pc:spChg>
        <pc:spChg chg="mod">
          <ac:chgData name="Francisco Silva" userId="a288cbaf746e6d0a" providerId="LiveId" clId="{4EFD071F-5353-44F5-81BE-1C2D6554C15B}" dt="2026-03-17T15:52:34.607" v="4320" actId="1076"/>
          <ac:spMkLst>
            <pc:docMk/>
            <pc:sldMk cId="0" sldId="291"/>
            <ac:spMk id="11" creationId="{00000000-0000-0000-0000-000000000000}"/>
          </ac:spMkLst>
        </pc:spChg>
        <pc:spChg chg="del mod ord">
          <ac:chgData name="Francisco Silva" userId="a288cbaf746e6d0a" providerId="LiveId" clId="{4EFD071F-5353-44F5-81BE-1C2D6554C15B}" dt="2026-03-17T15:54:42.134" v="4335" actId="478"/>
          <ac:spMkLst>
            <pc:docMk/>
            <pc:sldMk cId="0" sldId="291"/>
            <ac:spMk id="12" creationId="{00000000-0000-0000-0000-000000000000}"/>
          </ac:spMkLst>
        </pc:spChg>
        <pc:spChg chg="del">
          <ac:chgData name="Francisco Silva" userId="a288cbaf746e6d0a" providerId="LiveId" clId="{4EFD071F-5353-44F5-81BE-1C2D6554C15B}" dt="2026-03-17T15:54:42.134" v="4335" actId="478"/>
          <ac:spMkLst>
            <pc:docMk/>
            <pc:sldMk cId="0" sldId="291"/>
            <ac:spMk id="13" creationId="{00000000-0000-0000-0000-000000000000}"/>
          </ac:spMkLst>
        </pc:spChg>
        <pc:spChg chg="del">
          <ac:chgData name="Francisco Silva" userId="a288cbaf746e6d0a" providerId="LiveId" clId="{4EFD071F-5353-44F5-81BE-1C2D6554C15B}" dt="2026-03-17T15:54:42.134" v="4335" actId="478"/>
          <ac:spMkLst>
            <pc:docMk/>
            <pc:sldMk cId="0" sldId="291"/>
            <ac:spMk id="15" creationId="{00000000-0000-0000-0000-000000000000}"/>
          </ac:spMkLst>
        </pc:spChg>
        <pc:spChg chg="del">
          <ac:chgData name="Francisco Silva" userId="a288cbaf746e6d0a" providerId="LiveId" clId="{4EFD071F-5353-44F5-81BE-1C2D6554C15B}" dt="2026-03-17T15:54:42.134" v="4335" actId="478"/>
          <ac:spMkLst>
            <pc:docMk/>
            <pc:sldMk cId="0" sldId="291"/>
            <ac:spMk id="16" creationId="{00000000-0000-0000-0000-000000000000}"/>
          </ac:spMkLst>
        </pc:spChg>
        <pc:spChg chg="del">
          <ac:chgData name="Francisco Silva" userId="a288cbaf746e6d0a" providerId="LiveId" clId="{4EFD071F-5353-44F5-81BE-1C2D6554C15B}" dt="2026-03-17T15:54:42.134" v="4335" actId="478"/>
          <ac:spMkLst>
            <pc:docMk/>
            <pc:sldMk cId="0" sldId="291"/>
            <ac:spMk id="17" creationId="{00000000-0000-0000-0000-000000000000}"/>
          </ac:spMkLst>
        </pc:spChg>
        <pc:spChg chg="del mod">
          <ac:chgData name="Francisco Silva" userId="a288cbaf746e6d0a" providerId="LiveId" clId="{4EFD071F-5353-44F5-81BE-1C2D6554C15B}" dt="2026-03-17T15:54:42.134" v="4335" actId="478"/>
          <ac:spMkLst>
            <pc:docMk/>
            <pc:sldMk cId="0" sldId="291"/>
            <ac:spMk id="18" creationId="{00000000-0000-0000-0000-000000000000}"/>
          </ac:spMkLst>
        </pc:spChg>
        <pc:spChg chg="del">
          <ac:chgData name="Francisco Silva" userId="a288cbaf746e6d0a" providerId="LiveId" clId="{4EFD071F-5353-44F5-81BE-1C2D6554C15B}" dt="2026-03-17T15:54:42.134" v="4335" actId="478"/>
          <ac:spMkLst>
            <pc:docMk/>
            <pc:sldMk cId="0" sldId="291"/>
            <ac:spMk id="19" creationId="{00000000-0000-0000-0000-000000000000}"/>
          </ac:spMkLst>
        </pc:spChg>
        <pc:spChg chg="del">
          <ac:chgData name="Francisco Silva" userId="a288cbaf746e6d0a" providerId="LiveId" clId="{4EFD071F-5353-44F5-81BE-1C2D6554C15B}" dt="2026-03-17T15:54:42.134" v="4335" actId="478"/>
          <ac:spMkLst>
            <pc:docMk/>
            <pc:sldMk cId="0" sldId="291"/>
            <ac:spMk id="20" creationId="{00000000-0000-0000-0000-000000000000}"/>
          </ac:spMkLst>
        </pc:spChg>
        <pc:spChg chg="del">
          <ac:chgData name="Francisco Silva" userId="a288cbaf746e6d0a" providerId="LiveId" clId="{4EFD071F-5353-44F5-81BE-1C2D6554C15B}" dt="2026-03-17T15:54:42.134" v="4335" actId="478"/>
          <ac:spMkLst>
            <pc:docMk/>
            <pc:sldMk cId="0" sldId="291"/>
            <ac:spMk id="21" creationId="{00000000-0000-0000-0000-000000000000}"/>
          </ac:spMkLst>
        </pc:spChg>
        <pc:spChg chg="mod">
          <ac:chgData name="Francisco Silva" userId="a288cbaf746e6d0a" providerId="LiveId" clId="{4EFD071F-5353-44F5-81BE-1C2D6554C15B}" dt="2026-03-17T15:55:08.641" v="4342" actId="14100"/>
          <ac:spMkLst>
            <pc:docMk/>
            <pc:sldMk cId="0" sldId="291"/>
            <ac:spMk id="30" creationId="{00000000-0000-0000-0000-000000000000}"/>
          </ac:spMkLst>
        </pc:spChg>
        <pc:spChg chg="mod">
          <ac:chgData name="Francisco Silva" userId="a288cbaf746e6d0a" providerId="LiveId" clId="{4EFD071F-5353-44F5-81BE-1C2D6554C15B}" dt="2026-03-17T15:54:54.107" v="4337" actId="1076"/>
          <ac:spMkLst>
            <pc:docMk/>
            <pc:sldMk cId="0" sldId="291"/>
            <ac:spMk id="31" creationId="{00000000-0000-0000-0000-000000000000}"/>
          </ac:spMkLst>
        </pc:spChg>
        <pc:spChg chg="mod">
          <ac:chgData name="Francisco Silva" userId="a288cbaf746e6d0a" providerId="LiveId" clId="{4EFD071F-5353-44F5-81BE-1C2D6554C15B}" dt="2026-03-17T15:55:08.641" v="4342" actId="14100"/>
          <ac:spMkLst>
            <pc:docMk/>
            <pc:sldMk cId="0" sldId="291"/>
            <ac:spMk id="32" creationId="{00000000-0000-0000-0000-000000000000}"/>
          </ac:spMkLst>
        </pc:spChg>
        <pc:spChg chg="mod">
          <ac:chgData name="Francisco Silva" userId="a288cbaf746e6d0a" providerId="LiveId" clId="{4EFD071F-5353-44F5-81BE-1C2D6554C15B}" dt="2026-03-17T15:54:54.107" v="4337" actId="1076"/>
          <ac:spMkLst>
            <pc:docMk/>
            <pc:sldMk cId="0" sldId="291"/>
            <ac:spMk id="33" creationId="{00000000-0000-0000-0000-000000000000}"/>
          </ac:spMkLst>
        </pc:spChg>
        <pc:picChg chg="add mod">
          <ac:chgData name="Francisco Silva" userId="a288cbaf746e6d0a" providerId="LiveId" clId="{4EFD071F-5353-44F5-81BE-1C2D6554C15B}" dt="2026-03-17T15:52:02.307" v="4316" actId="1076"/>
          <ac:picMkLst>
            <pc:docMk/>
            <pc:sldMk cId="0" sldId="291"/>
            <ac:picMk id="6" creationId="{8B28706D-2C09-5F94-AE81-2EA31365E93E}"/>
          </ac:picMkLst>
        </pc:picChg>
        <pc:picChg chg="add del mod">
          <ac:chgData name="Francisco Silva" userId="a288cbaf746e6d0a" providerId="LiveId" clId="{4EFD071F-5353-44F5-81BE-1C2D6554C15B}" dt="2026-03-17T15:54:29.873" v="4334" actId="478"/>
          <ac:picMkLst>
            <pc:docMk/>
            <pc:sldMk cId="0" sldId="291"/>
            <ac:picMk id="7" creationId="{C2723C3B-9560-D6EF-4693-563A47B18590}"/>
          </ac:picMkLst>
        </pc:picChg>
        <pc:picChg chg="add mod">
          <ac:chgData name="Francisco Silva" userId="a288cbaf746e6d0a" providerId="LiveId" clId="{4EFD071F-5353-44F5-81BE-1C2D6554C15B}" dt="2026-03-17T15:55:20.618" v="4344" actId="14100"/>
          <ac:picMkLst>
            <pc:docMk/>
            <pc:sldMk cId="0" sldId="291"/>
            <ac:picMk id="9" creationId="{995F3519-C405-88BE-10A5-9506E2EF8C36}"/>
          </ac:picMkLst>
        </pc:picChg>
      </pc:sldChg>
      <pc:sldChg chg="addSp delSp modSp add del mod setBg">
        <pc:chgData name="Francisco Silva" userId="a288cbaf746e6d0a" providerId="LiveId" clId="{4EFD071F-5353-44F5-81BE-1C2D6554C15B}" dt="2026-03-17T15:55:45.101" v="4345" actId="47"/>
        <pc:sldMkLst>
          <pc:docMk/>
          <pc:sldMk cId="0" sldId="292"/>
        </pc:sldMkLst>
        <pc:spChg chg="mod">
          <ac:chgData name="Francisco Silva" userId="a288cbaf746e6d0a" providerId="LiveId" clId="{4EFD071F-5353-44F5-81BE-1C2D6554C15B}" dt="2026-03-17T15:50:55.606" v="4300" actId="20577"/>
          <ac:spMkLst>
            <pc:docMk/>
            <pc:sldMk cId="0" sldId="292"/>
            <ac:spMk id="5" creationId="{00000000-0000-0000-0000-000000000000}"/>
          </ac:spMkLst>
        </pc:spChg>
        <pc:spChg chg="add mod">
          <ac:chgData name="Francisco Silva" userId="a288cbaf746e6d0a" providerId="LiveId" clId="{4EFD071F-5353-44F5-81BE-1C2D6554C15B}" dt="2026-03-17T15:51:33.158" v="4308" actId="1076"/>
          <ac:spMkLst>
            <pc:docMk/>
            <pc:sldMk cId="0" sldId="292"/>
            <ac:spMk id="6" creationId="{E4A782FA-D5CA-7612-A2CD-FF6D1515BBB8}"/>
          </ac:spMkLst>
        </pc:spChg>
        <pc:spChg chg="add mod">
          <ac:chgData name="Francisco Silva" userId="a288cbaf746e6d0a" providerId="LiveId" clId="{4EFD071F-5353-44F5-81BE-1C2D6554C15B}" dt="2026-03-17T15:51:35.593" v="4311" actId="20577"/>
          <ac:spMkLst>
            <pc:docMk/>
            <pc:sldMk cId="0" sldId="292"/>
            <ac:spMk id="7" creationId="{8DE312D9-F2A4-F349-1BAC-0A047A173AB8}"/>
          </ac:spMkLst>
        </pc:spChg>
        <pc:spChg chg="del">
          <ac:chgData name="Francisco Silva" userId="a288cbaf746e6d0a" providerId="LiveId" clId="{4EFD071F-5353-44F5-81BE-1C2D6554C15B}" dt="2026-03-17T15:50:58.987" v="4301" actId="478"/>
          <ac:spMkLst>
            <pc:docMk/>
            <pc:sldMk cId="0" sldId="292"/>
            <ac:spMk id="10" creationId="{00000000-0000-0000-0000-000000000000}"/>
          </ac:spMkLst>
        </pc:spChg>
        <pc:spChg chg="del">
          <ac:chgData name="Francisco Silva" userId="a288cbaf746e6d0a" providerId="LiveId" clId="{4EFD071F-5353-44F5-81BE-1C2D6554C15B}" dt="2026-03-17T15:50:58.987" v="4301" actId="478"/>
          <ac:spMkLst>
            <pc:docMk/>
            <pc:sldMk cId="0" sldId="292"/>
            <ac:spMk id="12" creationId="{00000000-0000-0000-0000-000000000000}"/>
          </ac:spMkLst>
        </pc:spChg>
        <pc:spChg chg="del">
          <ac:chgData name="Francisco Silva" userId="a288cbaf746e6d0a" providerId="LiveId" clId="{4EFD071F-5353-44F5-81BE-1C2D6554C15B}" dt="2026-03-17T15:50:58.987" v="4301" actId="478"/>
          <ac:spMkLst>
            <pc:docMk/>
            <pc:sldMk cId="0" sldId="292"/>
            <ac:spMk id="14" creationId="{00000000-0000-0000-0000-000000000000}"/>
          </ac:spMkLst>
        </pc:spChg>
        <pc:spChg chg="del">
          <ac:chgData name="Francisco Silva" userId="a288cbaf746e6d0a" providerId="LiveId" clId="{4EFD071F-5353-44F5-81BE-1C2D6554C15B}" dt="2026-03-17T15:50:58.987" v="4301" actId="478"/>
          <ac:spMkLst>
            <pc:docMk/>
            <pc:sldMk cId="0" sldId="292"/>
            <ac:spMk id="23" creationId="{00000000-0000-0000-0000-000000000000}"/>
          </ac:spMkLst>
        </pc:spChg>
        <pc:spChg chg="del">
          <ac:chgData name="Francisco Silva" userId="a288cbaf746e6d0a" providerId="LiveId" clId="{4EFD071F-5353-44F5-81BE-1C2D6554C15B}" dt="2026-03-17T15:50:58.987" v="4301" actId="478"/>
          <ac:spMkLst>
            <pc:docMk/>
            <pc:sldMk cId="0" sldId="292"/>
            <ac:spMk id="25" creationId="{00000000-0000-0000-0000-000000000000}"/>
          </ac:spMkLst>
        </pc:spChg>
        <pc:spChg chg="del">
          <ac:chgData name="Francisco Silva" userId="a288cbaf746e6d0a" providerId="LiveId" clId="{4EFD071F-5353-44F5-81BE-1C2D6554C15B}" dt="2026-03-17T15:50:58.987" v="4301" actId="478"/>
          <ac:spMkLst>
            <pc:docMk/>
            <pc:sldMk cId="0" sldId="292"/>
            <ac:spMk id="27" creationId="{00000000-0000-0000-0000-000000000000}"/>
          </ac:spMkLst>
        </pc:spChg>
        <pc:spChg chg="del">
          <ac:chgData name="Francisco Silva" userId="a288cbaf746e6d0a" providerId="LiveId" clId="{4EFD071F-5353-44F5-81BE-1C2D6554C15B}" dt="2026-03-17T15:50:58.987" v="4301" actId="478"/>
          <ac:spMkLst>
            <pc:docMk/>
            <pc:sldMk cId="0" sldId="292"/>
            <ac:spMk id="29" creationId="{00000000-0000-0000-0000-000000000000}"/>
          </ac:spMkLst>
        </pc:spChg>
        <pc:spChg chg="del">
          <ac:chgData name="Francisco Silva" userId="a288cbaf746e6d0a" providerId="LiveId" clId="{4EFD071F-5353-44F5-81BE-1C2D6554C15B}" dt="2026-03-17T15:50:58.987" v="4301" actId="478"/>
          <ac:spMkLst>
            <pc:docMk/>
            <pc:sldMk cId="0" sldId="292"/>
            <ac:spMk id="33" creationId="{00000000-0000-0000-0000-000000000000}"/>
          </ac:spMkLst>
        </pc:spChg>
        <pc:spChg chg="del">
          <ac:chgData name="Francisco Silva" userId="a288cbaf746e6d0a" providerId="LiveId" clId="{4EFD071F-5353-44F5-81BE-1C2D6554C15B}" dt="2026-03-17T15:50:58.987" v="4301" actId="478"/>
          <ac:spMkLst>
            <pc:docMk/>
            <pc:sldMk cId="0" sldId="292"/>
            <ac:spMk id="36" creationId="{00000000-0000-0000-0000-000000000000}"/>
          </ac:spMkLst>
        </pc:spChg>
        <pc:spChg chg="del">
          <ac:chgData name="Francisco Silva" userId="a288cbaf746e6d0a" providerId="LiveId" clId="{4EFD071F-5353-44F5-81BE-1C2D6554C15B}" dt="2026-03-17T15:50:58.987" v="4301" actId="478"/>
          <ac:spMkLst>
            <pc:docMk/>
            <pc:sldMk cId="0" sldId="292"/>
            <ac:spMk id="37" creationId="{00000000-0000-0000-0000-000000000000}"/>
          </ac:spMkLst>
        </pc:spChg>
        <pc:picChg chg="add del mod">
          <ac:chgData name="Francisco Silva" userId="a288cbaf746e6d0a" providerId="LiveId" clId="{4EFD071F-5353-44F5-81BE-1C2D6554C15B}" dt="2026-03-17T15:54:57.016" v="4338" actId="21"/>
          <ac:picMkLst>
            <pc:docMk/>
            <pc:sldMk cId="0" sldId="292"/>
            <ac:picMk id="9" creationId="{995F3519-C405-88BE-10A5-9506E2EF8C36}"/>
          </ac:picMkLst>
        </pc:picChg>
      </pc:sldChg>
      <pc:sldChg chg="addSp delSp modSp add mod setBg">
        <pc:chgData name="Francisco Silva" userId="a288cbaf746e6d0a" providerId="LiveId" clId="{4EFD071F-5353-44F5-81BE-1C2D6554C15B}" dt="2026-03-17T16:05:53.291" v="4504" actId="14100"/>
        <pc:sldMkLst>
          <pc:docMk/>
          <pc:sldMk cId="0" sldId="293"/>
        </pc:sldMkLst>
        <pc:spChg chg="add del">
          <ac:chgData name="Francisco Silva" userId="a288cbaf746e6d0a" providerId="LiveId" clId="{4EFD071F-5353-44F5-81BE-1C2D6554C15B}" dt="2026-03-17T15:47:16.644" v="4280" actId="22"/>
          <ac:spMkLst>
            <pc:docMk/>
            <pc:sldMk cId="0" sldId="293"/>
            <ac:spMk id="7" creationId="{D66DE6FE-32EA-E0A9-9819-3F5EE147E810}"/>
          </ac:spMkLst>
        </pc:spChg>
        <pc:spChg chg="del">
          <ac:chgData name="Francisco Silva" userId="a288cbaf746e6d0a" providerId="LiveId" clId="{4EFD071F-5353-44F5-81BE-1C2D6554C15B}" dt="2026-03-17T15:49:16.225" v="4281" actId="478"/>
          <ac:spMkLst>
            <pc:docMk/>
            <pc:sldMk cId="0" sldId="293"/>
            <ac:spMk id="10" creationId="{00000000-0000-0000-0000-000000000000}"/>
          </ac:spMkLst>
        </pc:spChg>
        <pc:spChg chg="del">
          <ac:chgData name="Francisco Silva" userId="a288cbaf746e6d0a" providerId="LiveId" clId="{4EFD071F-5353-44F5-81BE-1C2D6554C15B}" dt="2026-03-17T15:49:18.620" v="4282" actId="478"/>
          <ac:spMkLst>
            <pc:docMk/>
            <pc:sldMk cId="0" sldId="293"/>
            <ac:spMk id="11" creationId="{00000000-0000-0000-0000-000000000000}"/>
          </ac:spMkLst>
        </pc:spChg>
        <pc:spChg chg="add mod">
          <ac:chgData name="Francisco Silva" userId="a288cbaf746e6d0a" providerId="LiveId" clId="{4EFD071F-5353-44F5-81BE-1C2D6554C15B}" dt="2026-03-17T16:05:50.102" v="4503" actId="14100"/>
          <ac:spMkLst>
            <pc:docMk/>
            <pc:sldMk cId="0" sldId="293"/>
            <ac:spMk id="14" creationId="{00000000-0000-0000-0000-000000000000}"/>
          </ac:spMkLst>
        </pc:spChg>
        <pc:spChg chg="add mod">
          <ac:chgData name="Francisco Silva" userId="a288cbaf746e6d0a" providerId="LiveId" clId="{4EFD071F-5353-44F5-81BE-1C2D6554C15B}" dt="2026-03-17T16:05:46.415" v="4502" actId="1076"/>
          <ac:spMkLst>
            <pc:docMk/>
            <pc:sldMk cId="0" sldId="293"/>
            <ac:spMk id="15" creationId="{00000000-0000-0000-0000-000000000000}"/>
          </ac:spMkLst>
        </pc:spChg>
        <pc:spChg chg="mod">
          <ac:chgData name="Francisco Silva" userId="a288cbaf746e6d0a" providerId="LiveId" clId="{4EFD071F-5353-44F5-81BE-1C2D6554C15B}" dt="2026-03-17T16:05:39.122" v="4501" actId="1076"/>
          <ac:spMkLst>
            <pc:docMk/>
            <pc:sldMk cId="0" sldId="293"/>
            <ac:spMk id="20" creationId="{00000000-0000-0000-0000-000000000000}"/>
          </ac:spMkLst>
        </pc:spChg>
        <pc:spChg chg="add del mod">
          <ac:chgData name="Francisco Silva" userId="a288cbaf746e6d0a" providerId="LiveId" clId="{4EFD071F-5353-44F5-81BE-1C2D6554C15B}" dt="2026-03-17T16:05:39.122" v="4501" actId="1076"/>
          <ac:spMkLst>
            <pc:docMk/>
            <pc:sldMk cId="0" sldId="293"/>
            <ac:spMk id="21" creationId="{00000000-0000-0000-0000-000000000000}"/>
          </ac:spMkLst>
        </pc:spChg>
        <pc:spChg chg="add del mod">
          <ac:chgData name="Francisco Silva" userId="a288cbaf746e6d0a" providerId="LiveId" clId="{4EFD071F-5353-44F5-81BE-1C2D6554C15B}" dt="2026-03-17T16:05:39.122" v="4501" actId="1076"/>
          <ac:spMkLst>
            <pc:docMk/>
            <pc:sldMk cId="0" sldId="293"/>
            <ac:spMk id="22" creationId="{00000000-0000-0000-0000-000000000000}"/>
          </ac:spMkLst>
        </pc:spChg>
        <pc:spChg chg="add del mod">
          <ac:chgData name="Francisco Silva" userId="a288cbaf746e6d0a" providerId="LiveId" clId="{4EFD071F-5353-44F5-81BE-1C2D6554C15B}" dt="2026-03-17T16:04:14.442" v="4452" actId="478"/>
          <ac:spMkLst>
            <pc:docMk/>
            <pc:sldMk cId="0" sldId="293"/>
            <ac:spMk id="23" creationId="{00000000-0000-0000-0000-000000000000}"/>
          </ac:spMkLst>
        </pc:spChg>
        <pc:spChg chg="add mod">
          <ac:chgData name="Francisco Silva" userId="a288cbaf746e6d0a" providerId="LiveId" clId="{4EFD071F-5353-44F5-81BE-1C2D6554C15B}" dt="2026-03-17T16:05:53.291" v="4504" actId="14100"/>
          <ac:spMkLst>
            <pc:docMk/>
            <pc:sldMk cId="0" sldId="293"/>
            <ac:spMk id="24" creationId="{00000000-0000-0000-0000-000000000000}"/>
          </ac:spMkLst>
        </pc:spChg>
        <pc:spChg chg="del mod">
          <ac:chgData name="Francisco Silva" userId="a288cbaf746e6d0a" providerId="LiveId" clId="{4EFD071F-5353-44F5-81BE-1C2D6554C15B}" dt="2026-03-17T16:01:48.445" v="4395" actId="478"/>
          <ac:spMkLst>
            <pc:docMk/>
            <pc:sldMk cId="0" sldId="293"/>
            <ac:spMk id="30" creationId="{00000000-0000-0000-0000-000000000000}"/>
          </ac:spMkLst>
        </pc:spChg>
        <pc:spChg chg="del mod">
          <ac:chgData name="Francisco Silva" userId="a288cbaf746e6d0a" providerId="LiveId" clId="{4EFD071F-5353-44F5-81BE-1C2D6554C15B}" dt="2026-03-17T16:01:48.445" v="4395" actId="478"/>
          <ac:spMkLst>
            <pc:docMk/>
            <pc:sldMk cId="0" sldId="293"/>
            <ac:spMk id="31" creationId="{00000000-0000-0000-0000-000000000000}"/>
          </ac:spMkLst>
        </pc:spChg>
        <pc:picChg chg="add del mod modCrop">
          <ac:chgData name="Francisco Silva" userId="a288cbaf746e6d0a" providerId="LiveId" clId="{4EFD071F-5353-44F5-81BE-1C2D6554C15B}" dt="2026-03-17T15:51:01.496" v="4302" actId="21"/>
          <ac:picMkLst>
            <pc:docMk/>
            <pc:sldMk cId="0" sldId="293"/>
            <ac:picMk id="9" creationId="{995F3519-C405-88BE-10A5-9506E2EF8C36}"/>
          </ac:picMkLst>
        </pc:picChg>
        <pc:picChg chg="add mod">
          <ac:chgData name="Francisco Silva" userId="a288cbaf746e6d0a" providerId="LiveId" clId="{4EFD071F-5353-44F5-81BE-1C2D6554C15B}" dt="2026-03-17T16:04:04.483" v="4450" actId="1038"/>
          <ac:picMkLst>
            <pc:docMk/>
            <pc:sldMk cId="0" sldId="293"/>
            <ac:picMk id="13" creationId="{6764680F-6E4D-0A7B-3716-7F38FCB545BC}"/>
          </ac:picMkLst>
        </pc:picChg>
      </pc:sldChg>
      <pc:sldChg chg="addSp modSp add del mod setBg">
        <pc:chgData name="Francisco Silva" userId="a288cbaf746e6d0a" providerId="LiveId" clId="{4EFD071F-5353-44F5-81BE-1C2D6554C15B}" dt="2026-03-17T16:14:49.505" v="4587" actId="47"/>
        <pc:sldMkLst>
          <pc:docMk/>
          <pc:sldMk cId="0" sldId="294"/>
        </pc:sldMkLst>
        <pc:spChg chg="add mod">
          <ac:chgData name="Francisco Silva" userId="a288cbaf746e6d0a" providerId="LiveId" clId="{4EFD071F-5353-44F5-81BE-1C2D6554C15B}" dt="2026-03-17T16:14:14.989" v="4582"/>
          <ac:spMkLst>
            <pc:docMk/>
            <pc:sldMk cId="0" sldId="294"/>
            <ac:spMk id="6" creationId="{3AFC5197-B34D-DFBB-8041-43443A57E6A7}"/>
          </ac:spMkLst>
        </pc:spChg>
        <pc:spChg chg="mod">
          <ac:chgData name="Francisco Silva" userId="a288cbaf746e6d0a" providerId="LiveId" clId="{4EFD071F-5353-44F5-81BE-1C2D6554C15B}" dt="2026-03-17T16:08:43.765" v="4521" actId="1036"/>
          <ac:spMkLst>
            <pc:docMk/>
            <pc:sldMk cId="0" sldId="294"/>
            <ac:spMk id="20" creationId="{00000000-0000-0000-0000-000000000000}"/>
          </ac:spMkLst>
        </pc:spChg>
        <pc:spChg chg="mod">
          <ac:chgData name="Francisco Silva" userId="a288cbaf746e6d0a" providerId="LiveId" clId="{4EFD071F-5353-44F5-81BE-1C2D6554C15B}" dt="2026-03-17T16:08:43.765" v="4521" actId="1036"/>
          <ac:spMkLst>
            <pc:docMk/>
            <pc:sldMk cId="0" sldId="294"/>
            <ac:spMk id="21" creationId="{00000000-0000-0000-0000-000000000000}"/>
          </ac:spMkLst>
        </pc:spChg>
        <pc:spChg chg="mod">
          <ac:chgData name="Francisco Silva" userId="a288cbaf746e6d0a" providerId="LiveId" clId="{4EFD071F-5353-44F5-81BE-1C2D6554C15B}" dt="2026-03-17T16:08:43.765" v="4521" actId="1036"/>
          <ac:spMkLst>
            <pc:docMk/>
            <pc:sldMk cId="0" sldId="294"/>
            <ac:spMk id="22" creationId="{00000000-0000-0000-0000-000000000000}"/>
          </ac:spMkLst>
        </pc:spChg>
        <pc:spChg chg="mod">
          <ac:chgData name="Francisco Silva" userId="a288cbaf746e6d0a" providerId="LiveId" clId="{4EFD071F-5353-44F5-81BE-1C2D6554C15B}" dt="2026-03-17T16:08:43.765" v="4521" actId="1036"/>
          <ac:spMkLst>
            <pc:docMk/>
            <pc:sldMk cId="0" sldId="294"/>
            <ac:spMk id="30" creationId="{00000000-0000-0000-0000-000000000000}"/>
          </ac:spMkLst>
        </pc:spChg>
        <pc:spChg chg="mod">
          <ac:chgData name="Francisco Silva" userId="a288cbaf746e6d0a" providerId="LiveId" clId="{4EFD071F-5353-44F5-81BE-1C2D6554C15B}" dt="2026-03-17T16:14:14.544" v="4581" actId="20577"/>
          <ac:spMkLst>
            <pc:docMk/>
            <pc:sldMk cId="0" sldId="294"/>
            <ac:spMk id="31" creationId="{00000000-0000-0000-0000-000000000000}"/>
          </ac:spMkLst>
        </pc:spChg>
      </pc:sldChg>
      <pc:sldChg chg="new del">
        <pc:chgData name="Francisco Silva" userId="a288cbaf746e6d0a" providerId="LiveId" clId="{4EFD071F-5353-44F5-81BE-1C2D6554C15B}" dt="2026-03-17T15:55:46.842" v="4346" actId="47"/>
        <pc:sldMkLst>
          <pc:docMk/>
          <pc:sldMk cId="1247761430" sldId="294"/>
        </pc:sldMkLst>
      </pc:sldChg>
      <pc:sldChg chg="addSp delSp modSp add mod">
        <pc:chgData name="Francisco Silva" userId="a288cbaf746e6d0a" providerId="LiveId" clId="{4EFD071F-5353-44F5-81BE-1C2D6554C15B}" dt="2026-03-17T15:07:03.649" v="2784" actId="20577"/>
        <pc:sldMkLst>
          <pc:docMk/>
          <pc:sldMk cId="3772889753" sldId="295"/>
        </pc:sldMkLst>
        <pc:spChg chg="mod">
          <ac:chgData name="Francisco Silva" userId="a288cbaf746e6d0a" providerId="LiveId" clId="{4EFD071F-5353-44F5-81BE-1C2D6554C15B}" dt="2026-03-17T15:07:03.649" v="2784" actId="20577"/>
          <ac:spMkLst>
            <pc:docMk/>
            <pc:sldMk cId="3772889753" sldId="295"/>
            <ac:spMk id="5" creationId="{F61BE097-4247-6F29-15AF-E38FF510E28B}"/>
          </ac:spMkLst>
        </pc:spChg>
        <pc:spChg chg="add del">
          <ac:chgData name="Francisco Silva" userId="a288cbaf746e6d0a" providerId="LiveId" clId="{4EFD071F-5353-44F5-81BE-1C2D6554C15B}" dt="2026-03-17T15:04:25.942" v="2706" actId="22"/>
          <ac:spMkLst>
            <pc:docMk/>
            <pc:sldMk cId="3772889753" sldId="295"/>
            <ac:spMk id="7" creationId="{9333A26D-7064-E61E-4346-473263F32227}"/>
          </ac:spMkLst>
        </pc:spChg>
        <pc:spChg chg="mod">
          <ac:chgData name="Francisco Silva" userId="a288cbaf746e6d0a" providerId="LiveId" clId="{4EFD071F-5353-44F5-81BE-1C2D6554C15B}" dt="2026-03-17T14:54:53.336" v="1871" actId="20577"/>
          <ac:spMkLst>
            <pc:docMk/>
            <pc:sldMk cId="3772889753" sldId="295"/>
            <ac:spMk id="11" creationId="{0D065BE8-4691-B7C4-01CF-7C54E57D2F08}"/>
          </ac:spMkLst>
        </pc:spChg>
        <pc:spChg chg="mod">
          <ac:chgData name="Francisco Silva" userId="a288cbaf746e6d0a" providerId="LiveId" clId="{4EFD071F-5353-44F5-81BE-1C2D6554C15B}" dt="2026-03-17T15:06:53.027" v="2757" actId="255"/>
          <ac:spMkLst>
            <pc:docMk/>
            <pc:sldMk cId="3772889753" sldId="295"/>
            <ac:spMk id="20" creationId="{45D9E347-F80E-02D4-24C1-8DEF17AE44B9}"/>
          </ac:spMkLst>
        </pc:spChg>
        <pc:spChg chg="mod">
          <ac:chgData name="Francisco Silva" userId="a288cbaf746e6d0a" providerId="LiveId" clId="{4EFD071F-5353-44F5-81BE-1C2D6554C15B}" dt="2026-03-17T15:06:53.027" v="2757" actId="255"/>
          <ac:spMkLst>
            <pc:docMk/>
            <pc:sldMk cId="3772889753" sldId="295"/>
            <ac:spMk id="21" creationId="{FC6F9DFC-F6C8-8D69-4F59-75130BDCC2D8}"/>
          </ac:spMkLst>
        </pc:spChg>
        <pc:spChg chg="del">
          <ac:chgData name="Francisco Silva" userId="a288cbaf746e6d0a" providerId="LiveId" clId="{4EFD071F-5353-44F5-81BE-1C2D6554C15B}" dt="2026-03-17T15:00:43.435" v="2317" actId="478"/>
          <ac:spMkLst>
            <pc:docMk/>
            <pc:sldMk cId="3772889753" sldId="295"/>
            <ac:spMk id="22" creationId="{930EF2D9-0533-6CBF-D2BB-199A04F1BEB5}"/>
          </ac:spMkLst>
        </pc:spChg>
        <pc:spChg chg="del">
          <ac:chgData name="Francisco Silva" userId="a288cbaf746e6d0a" providerId="LiveId" clId="{4EFD071F-5353-44F5-81BE-1C2D6554C15B}" dt="2026-03-17T15:03:40.588" v="2704" actId="478"/>
          <ac:spMkLst>
            <pc:docMk/>
            <pc:sldMk cId="3772889753" sldId="295"/>
            <ac:spMk id="23" creationId="{D1C91D27-A94D-0702-D41E-3971A78411EE}"/>
          </ac:spMkLst>
        </pc:spChg>
        <pc:spChg chg="mod">
          <ac:chgData name="Francisco Silva" userId="a288cbaf746e6d0a" providerId="LiveId" clId="{4EFD071F-5353-44F5-81BE-1C2D6554C15B}" dt="2026-03-17T15:06:46.691" v="2756" actId="255"/>
          <ac:spMkLst>
            <pc:docMk/>
            <pc:sldMk cId="3772889753" sldId="295"/>
            <ac:spMk id="30" creationId="{29864FFE-7BA3-6FD0-0C3A-0DB22F553FD5}"/>
          </ac:spMkLst>
        </pc:spChg>
        <pc:spChg chg="mod">
          <ac:chgData name="Francisco Silva" userId="a288cbaf746e6d0a" providerId="LiveId" clId="{4EFD071F-5353-44F5-81BE-1C2D6554C15B}" dt="2026-03-17T15:06:03.730" v="2727" actId="14100"/>
          <ac:spMkLst>
            <pc:docMk/>
            <pc:sldMk cId="3772889753" sldId="295"/>
            <ac:spMk id="31" creationId="{AE5BA09A-6048-2F02-B16F-5FC7C3B50F06}"/>
          </ac:spMkLst>
        </pc:spChg>
        <pc:spChg chg="del">
          <ac:chgData name="Francisco Silva" userId="a288cbaf746e6d0a" providerId="LiveId" clId="{4EFD071F-5353-44F5-81BE-1C2D6554C15B}" dt="2026-03-17T15:00:43.435" v="2317" actId="478"/>
          <ac:spMkLst>
            <pc:docMk/>
            <pc:sldMk cId="3772889753" sldId="295"/>
            <ac:spMk id="32" creationId="{40E099CE-162A-A8CF-CE19-421AC77A0954}"/>
          </ac:spMkLst>
        </pc:spChg>
        <pc:spChg chg="del">
          <ac:chgData name="Francisco Silva" userId="a288cbaf746e6d0a" providerId="LiveId" clId="{4EFD071F-5353-44F5-81BE-1C2D6554C15B}" dt="2026-03-17T15:03:40.588" v="2704" actId="478"/>
          <ac:spMkLst>
            <pc:docMk/>
            <pc:sldMk cId="3772889753" sldId="295"/>
            <ac:spMk id="33" creationId="{793A2DD0-8E78-90EA-9F37-E10787564CF3}"/>
          </ac:spMkLst>
        </pc:spChg>
        <pc:spChg chg="del">
          <ac:chgData name="Francisco Silva" userId="a288cbaf746e6d0a" providerId="LiveId" clId="{4EFD071F-5353-44F5-81BE-1C2D6554C15B}" dt="2026-03-17T14:56:25.636" v="1908" actId="478"/>
          <ac:spMkLst>
            <pc:docMk/>
            <pc:sldMk cId="3772889753" sldId="295"/>
            <ac:spMk id="40" creationId="{1FBA80A1-553C-163A-D40A-DA20231ACA9B}"/>
          </ac:spMkLst>
        </pc:spChg>
        <pc:spChg chg="del">
          <ac:chgData name="Francisco Silva" userId="a288cbaf746e6d0a" providerId="LiveId" clId="{4EFD071F-5353-44F5-81BE-1C2D6554C15B}" dt="2026-03-17T15:00:52.627" v="2335" actId="478"/>
          <ac:spMkLst>
            <pc:docMk/>
            <pc:sldMk cId="3772889753" sldId="295"/>
            <ac:spMk id="41" creationId="{DB2A8A7E-C2FE-65A9-7645-13A3D86DA7A5}"/>
          </ac:spMkLst>
        </pc:spChg>
        <pc:spChg chg="del">
          <ac:chgData name="Francisco Silva" userId="a288cbaf746e6d0a" providerId="LiveId" clId="{4EFD071F-5353-44F5-81BE-1C2D6554C15B}" dt="2026-03-17T15:00:43.435" v="2317" actId="478"/>
          <ac:spMkLst>
            <pc:docMk/>
            <pc:sldMk cId="3772889753" sldId="295"/>
            <ac:spMk id="42" creationId="{850B1FEC-C284-7C26-AABF-D1C28A7C323E}"/>
          </ac:spMkLst>
        </pc:spChg>
        <pc:spChg chg="del">
          <ac:chgData name="Francisco Silva" userId="a288cbaf746e6d0a" providerId="LiveId" clId="{4EFD071F-5353-44F5-81BE-1C2D6554C15B}" dt="2026-03-17T15:03:40.588" v="2704" actId="478"/>
          <ac:spMkLst>
            <pc:docMk/>
            <pc:sldMk cId="3772889753" sldId="295"/>
            <ac:spMk id="43" creationId="{1B36B33A-A11D-2001-358F-5323A380FCB8}"/>
          </ac:spMkLst>
        </pc:spChg>
        <pc:spChg chg="del">
          <ac:chgData name="Francisco Silva" userId="a288cbaf746e6d0a" providerId="LiveId" clId="{4EFD071F-5353-44F5-81BE-1C2D6554C15B}" dt="2026-03-17T14:56:29.191" v="1909" actId="478"/>
          <ac:spMkLst>
            <pc:docMk/>
            <pc:sldMk cId="3772889753" sldId="295"/>
            <ac:spMk id="50" creationId="{4387EA9B-5FF1-8A29-5B99-9F89A182FDEA}"/>
          </ac:spMkLst>
        </pc:spChg>
        <pc:spChg chg="del">
          <ac:chgData name="Francisco Silva" userId="a288cbaf746e6d0a" providerId="LiveId" clId="{4EFD071F-5353-44F5-81BE-1C2D6554C15B}" dt="2026-03-17T15:00:52.627" v="2335" actId="478"/>
          <ac:spMkLst>
            <pc:docMk/>
            <pc:sldMk cId="3772889753" sldId="295"/>
            <ac:spMk id="51" creationId="{D397AE05-3B22-F088-ABBA-710C641906E2}"/>
          </ac:spMkLst>
        </pc:spChg>
        <pc:spChg chg="del">
          <ac:chgData name="Francisco Silva" userId="a288cbaf746e6d0a" providerId="LiveId" clId="{4EFD071F-5353-44F5-81BE-1C2D6554C15B}" dt="2026-03-17T15:00:43.435" v="2317" actId="478"/>
          <ac:spMkLst>
            <pc:docMk/>
            <pc:sldMk cId="3772889753" sldId="295"/>
            <ac:spMk id="52" creationId="{690B9586-0A44-6ACF-0451-0837592817A2}"/>
          </ac:spMkLst>
        </pc:spChg>
        <pc:spChg chg="del">
          <ac:chgData name="Francisco Silva" userId="a288cbaf746e6d0a" providerId="LiveId" clId="{4EFD071F-5353-44F5-81BE-1C2D6554C15B}" dt="2026-03-17T15:03:40.588" v="2704" actId="478"/>
          <ac:spMkLst>
            <pc:docMk/>
            <pc:sldMk cId="3772889753" sldId="295"/>
            <ac:spMk id="53" creationId="{400644F1-E743-97D5-68E7-E8CE9D08EAF0}"/>
          </ac:spMkLst>
        </pc:spChg>
        <pc:spChg chg="del">
          <ac:chgData name="Francisco Silva" userId="a288cbaf746e6d0a" providerId="LiveId" clId="{4EFD071F-5353-44F5-81BE-1C2D6554C15B}" dt="2026-03-17T14:56:31.145" v="1910" actId="478"/>
          <ac:spMkLst>
            <pc:docMk/>
            <pc:sldMk cId="3772889753" sldId="295"/>
            <ac:spMk id="60" creationId="{05E4FA82-897E-008C-3B48-49D0527462F1}"/>
          </ac:spMkLst>
        </pc:spChg>
        <pc:spChg chg="del">
          <ac:chgData name="Francisco Silva" userId="a288cbaf746e6d0a" providerId="LiveId" clId="{4EFD071F-5353-44F5-81BE-1C2D6554C15B}" dt="2026-03-17T14:56:34.196" v="1911" actId="478"/>
          <ac:spMkLst>
            <pc:docMk/>
            <pc:sldMk cId="3772889753" sldId="295"/>
            <ac:spMk id="61" creationId="{AAFD23BD-4B2D-ABFB-F0F3-2FB942BC4FE6}"/>
          </ac:spMkLst>
        </pc:spChg>
        <pc:picChg chg="add mod">
          <ac:chgData name="Francisco Silva" userId="a288cbaf746e6d0a" providerId="LiveId" clId="{4EFD071F-5353-44F5-81BE-1C2D6554C15B}" dt="2026-03-17T15:06:29.421" v="2753" actId="1035"/>
          <ac:picMkLst>
            <pc:docMk/>
            <pc:sldMk cId="3772889753" sldId="295"/>
            <ac:picMk id="9" creationId="{3939D8D5-762B-DF5A-34F0-EFCCA0391EBA}"/>
          </ac:picMkLst>
        </pc:picChg>
        <pc:picChg chg="add mod">
          <ac:chgData name="Francisco Silva" userId="a288cbaf746e6d0a" providerId="LiveId" clId="{4EFD071F-5353-44F5-81BE-1C2D6554C15B}" dt="2026-03-17T15:06:29.421" v="2753" actId="1035"/>
          <ac:picMkLst>
            <pc:docMk/>
            <pc:sldMk cId="3772889753" sldId="295"/>
            <ac:picMk id="13" creationId="{C78762B1-040A-2553-A6DB-B04AE33FB775}"/>
          </ac:picMkLst>
        </pc:picChg>
      </pc:sldChg>
      <pc:sldChg chg="addSp delSp modSp add mod">
        <pc:chgData name="Francisco Silva" userId="a288cbaf746e6d0a" providerId="LiveId" clId="{4EFD071F-5353-44F5-81BE-1C2D6554C15B}" dt="2026-03-17T15:18:59.034" v="3475" actId="1037"/>
        <pc:sldMkLst>
          <pc:docMk/>
          <pc:sldMk cId="2389097234" sldId="296"/>
        </pc:sldMkLst>
        <pc:spChg chg="mod">
          <ac:chgData name="Francisco Silva" userId="a288cbaf746e6d0a" providerId="LiveId" clId="{4EFD071F-5353-44F5-81BE-1C2D6554C15B}" dt="2026-03-17T15:07:21.702" v="2795" actId="20577"/>
          <ac:spMkLst>
            <pc:docMk/>
            <pc:sldMk cId="2389097234" sldId="296"/>
            <ac:spMk id="5" creationId="{82A82709-0143-C331-BD57-F8B66A35CDE5}"/>
          </ac:spMkLst>
        </pc:spChg>
        <pc:spChg chg="add mod ord">
          <ac:chgData name="Francisco Silva" userId="a288cbaf746e6d0a" providerId="LiveId" clId="{4EFD071F-5353-44F5-81BE-1C2D6554C15B}" dt="2026-03-17T15:16:58.273" v="3343" actId="20577"/>
          <ac:spMkLst>
            <pc:docMk/>
            <pc:sldMk cId="2389097234" sldId="296"/>
            <ac:spMk id="8" creationId="{56C30EFE-9F1F-2C44-00D6-C80BA31F0E5D}"/>
          </ac:spMkLst>
        </pc:spChg>
        <pc:spChg chg="mod">
          <ac:chgData name="Francisco Silva" userId="a288cbaf746e6d0a" providerId="LiveId" clId="{4EFD071F-5353-44F5-81BE-1C2D6554C15B}" dt="2026-03-17T15:14:35.876" v="3321" actId="20577"/>
          <ac:spMkLst>
            <pc:docMk/>
            <pc:sldMk cId="2389097234" sldId="296"/>
            <ac:spMk id="11" creationId="{80A605B7-BDF3-4C82-B145-232665F7E2ED}"/>
          </ac:spMkLst>
        </pc:spChg>
        <pc:spChg chg="add mod">
          <ac:chgData name="Francisco Silva" userId="a288cbaf746e6d0a" providerId="LiveId" clId="{4EFD071F-5353-44F5-81BE-1C2D6554C15B}" dt="2026-03-17T15:13:20.813" v="3224" actId="164"/>
          <ac:spMkLst>
            <pc:docMk/>
            <pc:sldMk cId="2389097234" sldId="296"/>
            <ac:spMk id="12" creationId="{00DAC33D-3163-C1D8-3C9C-09345D442B34}"/>
          </ac:spMkLst>
        </pc:spChg>
        <pc:spChg chg="add mod">
          <ac:chgData name="Francisco Silva" userId="a288cbaf746e6d0a" providerId="LiveId" clId="{4EFD071F-5353-44F5-81BE-1C2D6554C15B}" dt="2026-03-17T15:18:59.034" v="3475" actId="1037"/>
          <ac:spMkLst>
            <pc:docMk/>
            <pc:sldMk cId="2389097234" sldId="296"/>
            <ac:spMk id="15" creationId="{D51A13EB-D56E-43FD-5C19-116163EF8193}"/>
          </ac:spMkLst>
        </pc:spChg>
        <pc:spChg chg="add mod ord">
          <ac:chgData name="Francisco Silva" userId="a288cbaf746e6d0a" providerId="LiveId" clId="{4EFD071F-5353-44F5-81BE-1C2D6554C15B}" dt="2026-03-17T15:18:59.034" v="3475" actId="1037"/>
          <ac:spMkLst>
            <pc:docMk/>
            <pc:sldMk cId="2389097234" sldId="296"/>
            <ac:spMk id="16" creationId="{BD1B1707-4C81-7C17-0B63-7827F2B1DF31}"/>
          </ac:spMkLst>
        </pc:spChg>
        <pc:spChg chg="add mod">
          <ac:chgData name="Francisco Silva" userId="a288cbaf746e6d0a" providerId="LiveId" clId="{4EFD071F-5353-44F5-81BE-1C2D6554C15B}" dt="2026-03-17T15:18:59.034" v="3475" actId="1037"/>
          <ac:spMkLst>
            <pc:docMk/>
            <pc:sldMk cId="2389097234" sldId="296"/>
            <ac:spMk id="17" creationId="{CD316DB7-5963-8D65-757D-F2AEEA0AE4E3}"/>
          </ac:spMkLst>
        </pc:spChg>
        <pc:spChg chg="add mod">
          <ac:chgData name="Francisco Silva" userId="a288cbaf746e6d0a" providerId="LiveId" clId="{4EFD071F-5353-44F5-81BE-1C2D6554C15B}" dt="2026-03-17T15:18:59.034" v="3475" actId="1037"/>
          <ac:spMkLst>
            <pc:docMk/>
            <pc:sldMk cId="2389097234" sldId="296"/>
            <ac:spMk id="18" creationId="{5F933E2D-A508-CDF2-D627-41385D1FF461}"/>
          </ac:spMkLst>
        </pc:spChg>
        <pc:spChg chg="del">
          <ac:chgData name="Francisco Silva" userId="a288cbaf746e6d0a" providerId="LiveId" clId="{4EFD071F-5353-44F5-81BE-1C2D6554C15B}" dt="2026-03-17T15:09:36.484" v="3043" actId="478"/>
          <ac:spMkLst>
            <pc:docMk/>
            <pc:sldMk cId="2389097234" sldId="296"/>
            <ac:spMk id="20" creationId="{54D5E0B2-42C8-AD19-C250-3BE06BC38902}"/>
          </ac:spMkLst>
        </pc:spChg>
        <pc:spChg chg="del">
          <ac:chgData name="Francisco Silva" userId="a288cbaf746e6d0a" providerId="LiveId" clId="{4EFD071F-5353-44F5-81BE-1C2D6554C15B}" dt="2026-03-17T15:09:36.484" v="3043" actId="478"/>
          <ac:spMkLst>
            <pc:docMk/>
            <pc:sldMk cId="2389097234" sldId="296"/>
            <ac:spMk id="21" creationId="{6602891A-F7D4-0CA2-F4C0-7F74CA24E056}"/>
          </ac:spMkLst>
        </pc:spChg>
        <pc:spChg chg="del">
          <ac:chgData name="Francisco Silva" userId="a288cbaf746e6d0a" providerId="LiveId" clId="{4EFD071F-5353-44F5-81BE-1C2D6554C15B}" dt="2026-03-17T15:09:36.484" v="3043" actId="478"/>
          <ac:spMkLst>
            <pc:docMk/>
            <pc:sldMk cId="2389097234" sldId="296"/>
            <ac:spMk id="30" creationId="{1EB813C0-011A-9E7F-EA2D-2384C70E4823}"/>
          </ac:spMkLst>
        </pc:spChg>
        <pc:spChg chg="del">
          <ac:chgData name="Francisco Silva" userId="a288cbaf746e6d0a" providerId="LiveId" clId="{4EFD071F-5353-44F5-81BE-1C2D6554C15B}" dt="2026-03-17T15:09:36.484" v="3043" actId="478"/>
          <ac:spMkLst>
            <pc:docMk/>
            <pc:sldMk cId="2389097234" sldId="296"/>
            <ac:spMk id="31" creationId="{1B952FE2-47B7-41CE-1FE9-B855D294367C}"/>
          </ac:spMkLst>
        </pc:spChg>
        <pc:grpChg chg="add mod">
          <ac:chgData name="Francisco Silva" userId="a288cbaf746e6d0a" providerId="LiveId" clId="{4EFD071F-5353-44F5-81BE-1C2D6554C15B}" dt="2026-03-17T15:18:20.595" v="3468" actId="1076"/>
          <ac:grpSpMkLst>
            <pc:docMk/>
            <pc:sldMk cId="2389097234" sldId="296"/>
            <ac:grpSpMk id="14" creationId="{A1FA2E3B-4D55-BF1E-8734-63932BA7467A}"/>
          </ac:grpSpMkLst>
        </pc:grpChg>
        <pc:picChg chg="add mod modCrop">
          <ac:chgData name="Francisco Silva" userId="a288cbaf746e6d0a" providerId="LiveId" clId="{4EFD071F-5353-44F5-81BE-1C2D6554C15B}" dt="2026-03-17T15:18:25.319" v="3469" actId="732"/>
          <ac:picMkLst>
            <pc:docMk/>
            <pc:sldMk cId="2389097234" sldId="296"/>
            <ac:picMk id="7" creationId="{95F15C9D-4CD5-3B44-6ACC-8974EF41C8A2}"/>
          </ac:picMkLst>
        </pc:picChg>
        <pc:picChg chg="del">
          <ac:chgData name="Francisco Silva" userId="a288cbaf746e6d0a" providerId="LiveId" clId="{4EFD071F-5353-44F5-81BE-1C2D6554C15B}" dt="2026-03-17T15:09:36.484" v="3043" actId="478"/>
          <ac:picMkLst>
            <pc:docMk/>
            <pc:sldMk cId="2389097234" sldId="296"/>
            <ac:picMk id="9" creationId="{4FEA70AB-AD3E-AC32-25D2-37940B59A48E}"/>
          </ac:picMkLst>
        </pc:picChg>
        <pc:picChg chg="del">
          <ac:chgData name="Francisco Silva" userId="a288cbaf746e6d0a" providerId="LiveId" clId="{4EFD071F-5353-44F5-81BE-1C2D6554C15B}" dt="2026-03-17T15:09:36.484" v="3043" actId="478"/>
          <ac:picMkLst>
            <pc:docMk/>
            <pc:sldMk cId="2389097234" sldId="296"/>
            <ac:picMk id="13" creationId="{72388310-13A1-0391-F022-EEB799FC15E3}"/>
          </ac:picMkLst>
        </pc:picChg>
        <pc:picChg chg="add mod">
          <ac:chgData name="Francisco Silva" userId="a288cbaf746e6d0a" providerId="LiveId" clId="{4EFD071F-5353-44F5-81BE-1C2D6554C15B}" dt="2026-03-17T15:18:59.034" v="3475" actId="1037"/>
          <ac:picMkLst>
            <pc:docMk/>
            <pc:sldMk cId="2389097234" sldId="296"/>
            <ac:picMk id="22" creationId="{E35450A7-A6BC-02ED-01D9-126858FADB8E}"/>
          </ac:picMkLst>
        </pc:picChg>
      </pc:sldChg>
      <pc:sldChg chg="addSp delSp modSp add mod setBg">
        <pc:chgData name="Francisco Silva" userId="a288cbaf746e6d0a" providerId="LiveId" clId="{4EFD071F-5353-44F5-81BE-1C2D6554C15B}" dt="2026-03-17T16:23:14.881" v="4840" actId="20577"/>
        <pc:sldMkLst>
          <pc:docMk/>
          <pc:sldMk cId="0" sldId="297"/>
        </pc:sldMkLst>
        <pc:spChg chg="mod">
          <ac:chgData name="Francisco Silva" userId="a288cbaf746e6d0a" providerId="LiveId" clId="{4EFD071F-5353-44F5-81BE-1C2D6554C15B}" dt="2026-03-17T16:16:59.839" v="4670" actId="14100"/>
          <ac:spMkLst>
            <pc:docMk/>
            <pc:sldMk cId="0" sldId="297"/>
            <ac:spMk id="5" creationId="{00000000-0000-0000-0000-000000000000}"/>
          </ac:spMkLst>
        </pc:spChg>
        <pc:spChg chg="add del">
          <ac:chgData name="Francisco Silva" userId="a288cbaf746e6d0a" providerId="LiveId" clId="{4EFD071F-5353-44F5-81BE-1C2D6554C15B}" dt="2026-03-17T16:20:11.370" v="4756" actId="478"/>
          <ac:spMkLst>
            <pc:docMk/>
            <pc:sldMk cId="0" sldId="297"/>
            <ac:spMk id="10" creationId="{00000000-0000-0000-0000-000000000000}"/>
          </ac:spMkLst>
        </pc:spChg>
        <pc:spChg chg="add del">
          <ac:chgData name="Francisco Silva" userId="a288cbaf746e6d0a" providerId="LiveId" clId="{4EFD071F-5353-44F5-81BE-1C2D6554C15B}" dt="2026-03-17T16:20:11.370" v="4756" actId="478"/>
          <ac:spMkLst>
            <pc:docMk/>
            <pc:sldMk cId="0" sldId="297"/>
            <ac:spMk id="11" creationId="{00000000-0000-0000-0000-000000000000}"/>
          </ac:spMkLst>
        </pc:spChg>
        <pc:spChg chg="add mod">
          <ac:chgData name="Francisco Silva" userId="a288cbaf746e6d0a" providerId="LiveId" clId="{4EFD071F-5353-44F5-81BE-1C2D6554C15B}" dt="2026-03-17T16:22:07.402" v="4815" actId="14100"/>
          <ac:spMkLst>
            <pc:docMk/>
            <pc:sldMk cId="0" sldId="297"/>
            <ac:spMk id="12" creationId="{CF15CF4F-F84D-2F98-42DC-4C7FCC704E0E}"/>
          </ac:spMkLst>
        </pc:spChg>
        <pc:spChg chg="add mod">
          <ac:chgData name="Francisco Silva" userId="a288cbaf746e6d0a" providerId="LiveId" clId="{4EFD071F-5353-44F5-81BE-1C2D6554C15B}" dt="2026-03-17T16:21:52.825" v="4808" actId="6549"/>
          <ac:spMkLst>
            <pc:docMk/>
            <pc:sldMk cId="0" sldId="297"/>
            <ac:spMk id="13" creationId="{12A7E1E9-F967-D1E3-186E-9C912BC32AB9}"/>
          </ac:spMkLst>
        </pc:spChg>
        <pc:spChg chg="mod">
          <ac:chgData name="Francisco Silva" userId="a288cbaf746e6d0a" providerId="LiveId" clId="{4EFD071F-5353-44F5-81BE-1C2D6554C15B}" dt="2026-03-17T16:22:37.382" v="4828" actId="1037"/>
          <ac:spMkLst>
            <pc:docMk/>
            <pc:sldMk cId="0" sldId="297"/>
            <ac:spMk id="30" creationId="{00000000-0000-0000-0000-000000000000}"/>
          </ac:spMkLst>
        </pc:spChg>
        <pc:spChg chg="mod">
          <ac:chgData name="Francisco Silva" userId="a288cbaf746e6d0a" providerId="LiveId" clId="{4EFD071F-5353-44F5-81BE-1C2D6554C15B}" dt="2026-03-17T16:18:23.482" v="4738" actId="207"/>
          <ac:spMkLst>
            <pc:docMk/>
            <pc:sldMk cId="0" sldId="297"/>
            <ac:spMk id="31" creationId="{00000000-0000-0000-0000-000000000000}"/>
          </ac:spMkLst>
        </pc:spChg>
        <pc:spChg chg="mod">
          <ac:chgData name="Francisco Silva" userId="a288cbaf746e6d0a" providerId="LiveId" clId="{4EFD071F-5353-44F5-81BE-1C2D6554C15B}" dt="2026-03-17T16:22:37.382" v="4828" actId="1037"/>
          <ac:spMkLst>
            <pc:docMk/>
            <pc:sldMk cId="0" sldId="297"/>
            <ac:spMk id="32" creationId="{00000000-0000-0000-0000-000000000000}"/>
          </ac:spMkLst>
        </pc:spChg>
        <pc:spChg chg="mod">
          <ac:chgData name="Francisco Silva" userId="a288cbaf746e6d0a" providerId="LiveId" clId="{4EFD071F-5353-44F5-81BE-1C2D6554C15B}" dt="2026-03-17T16:17:26.040" v="4691" actId="20577"/>
          <ac:spMkLst>
            <pc:docMk/>
            <pc:sldMk cId="0" sldId="297"/>
            <ac:spMk id="33" creationId="{00000000-0000-0000-0000-000000000000}"/>
          </ac:spMkLst>
        </pc:spChg>
        <pc:spChg chg="mod">
          <ac:chgData name="Francisco Silva" userId="a288cbaf746e6d0a" providerId="LiveId" clId="{4EFD071F-5353-44F5-81BE-1C2D6554C15B}" dt="2026-03-17T16:22:37.382" v="4828" actId="1037"/>
          <ac:spMkLst>
            <pc:docMk/>
            <pc:sldMk cId="0" sldId="297"/>
            <ac:spMk id="34" creationId="{00000000-0000-0000-0000-000000000000}"/>
          </ac:spMkLst>
        </pc:spChg>
        <pc:spChg chg="mod">
          <ac:chgData name="Francisco Silva" userId="a288cbaf746e6d0a" providerId="LiveId" clId="{4EFD071F-5353-44F5-81BE-1C2D6554C15B}" dt="2026-03-17T16:22:37.382" v="4828" actId="1037"/>
          <ac:spMkLst>
            <pc:docMk/>
            <pc:sldMk cId="0" sldId="297"/>
            <ac:spMk id="35" creationId="{00000000-0000-0000-0000-000000000000}"/>
          </ac:spMkLst>
        </pc:spChg>
        <pc:spChg chg="mod">
          <ac:chgData name="Francisco Silva" userId="a288cbaf746e6d0a" providerId="LiveId" clId="{4EFD071F-5353-44F5-81BE-1C2D6554C15B}" dt="2026-03-17T16:22:37.382" v="4828" actId="1037"/>
          <ac:spMkLst>
            <pc:docMk/>
            <pc:sldMk cId="0" sldId="297"/>
            <ac:spMk id="37" creationId="{00000000-0000-0000-0000-000000000000}"/>
          </ac:spMkLst>
        </pc:spChg>
        <pc:spChg chg="mod">
          <ac:chgData name="Francisco Silva" userId="a288cbaf746e6d0a" providerId="LiveId" clId="{4EFD071F-5353-44F5-81BE-1C2D6554C15B}" dt="2026-03-17T16:17:49.973" v="4720" actId="207"/>
          <ac:spMkLst>
            <pc:docMk/>
            <pc:sldMk cId="0" sldId="297"/>
            <ac:spMk id="39" creationId="{00000000-0000-0000-0000-000000000000}"/>
          </ac:spMkLst>
        </pc:spChg>
        <pc:spChg chg="mod">
          <ac:chgData name="Francisco Silva" userId="a288cbaf746e6d0a" providerId="LiveId" clId="{4EFD071F-5353-44F5-81BE-1C2D6554C15B}" dt="2026-03-17T16:22:37.382" v="4828" actId="1037"/>
          <ac:spMkLst>
            <pc:docMk/>
            <pc:sldMk cId="0" sldId="297"/>
            <ac:spMk id="40" creationId="{00000000-0000-0000-0000-000000000000}"/>
          </ac:spMkLst>
        </pc:spChg>
        <pc:spChg chg="mod">
          <ac:chgData name="Francisco Silva" userId="a288cbaf746e6d0a" providerId="LiveId" clId="{4EFD071F-5353-44F5-81BE-1C2D6554C15B}" dt="2026-03-17T16:17:59.955" v="4721" actId="207"/>
          <ac:spMkLst>
            <pc:docMk/>
            <pc:sldMk cId="0" sldId="297"/>
            <ac:spMk id="41" creationId="{00000000-0000-0000-0000-000000000000}"/>
          </ac:spMkLst>
        </pc:spChg>
        <pc:spChg chg="mod">
          <ac:chgData name="Francisco Silva" userId="a288cbaf746e6d0a" providerId="LiveId" clId="{4EFD071F-5353-44F5-81BE-1C2D6554C15B}" dt="2026-03-17T16:22:37.382" v="4828" actId="1037"/>
          <ac:spMkLst>
            <pc:docMk/>
            <pc:sldMk cId="0" sldId="297"/>
            <ac:spMk id="42" creationId="{00000000-0000-0000-0000-000000000000}"/>
          </ac:spMkLst>
        </pc:spChg>
        <pc:spChg chg="mod">
          <ac:chgData name="Francisco Silva" userId="a288cbaf746e6d0a" providerId="LiveId" clId="{4EFD071F-5353-44F5-81BE-1C2D6554C15B}" dt="2026-03-17T16:18:03.874" v="4722" actId="207"/>
          <ac:spMkLst>
            <pc:docMk/>
            <pc:sldMk cId="0" sldId="297"/>
            <ac:spMk id="43" creationId="{00000000-0000-0000-0000-000000000000}"/>
          </ac:spMkLst>
        </pc:spChg>
        <pc:spChg chg="mod">
          <ac:chgData name="Francisco Silva" userId="a288cbaf746e6d0a" providerId="LiveId" clId="{4EFD071F-5353-44F5-81BE-1C2D6554C15B}" dt="2026-03-17T16:22:37.382" v="4828" actId="1037"/>
          <ac:spMkLst>
            <pc:docMk/>
            <pc:sldMk cId="0" sldId="297"/>
            <ac:spMk id="45" creationId="{00000000-0000-0000-0000-000000000000}"/>
          </ac:spMkLst>
        </pc:spChg>
        <pc:spChg chg="mod">
          <ac:chgData name="Francisco Silva" userId="a288cbaf746e6d0a" providerId="LiveId" clId="{4EFD071F-5353-44F5-81BE-1C2D6554C15B}" dt="2026-03-17T16:22:37.382" v="4828" actId="1037"/>
          <ac:spMkLst>
            <pc:docMk/>
            <pc:sldMk cId="0" sldId="297"/>
            <ac:spMk id="46" creationId="{00000000-0000-0000-0000-000000000000}"/>
          </ac:spMkLst>
        </pc:spChg>
        <pc:spChg chg="mod">
          <ac:chgData name="Francisco Silva" userId="a288cbaf746e6d0a" providerId="LiveId" clId="{4EFD071F-5353-44F5-81BE-1C2D6554C15B}" dt="2026-03-17T16:22:37.382" v="4828" actId="1037"/>
          <ac:spMkLst>
            <pc:docMk/>
            <pc:sldMk cId="0" sldId="297"/>
            <ac:spMk id="47" creationId="{00000000-0000-0000-0000-000000000000}"/>
          </ac:spMkLst>
        </pc:spChg>
        <pc:spChg chg="mod">
          <ac:chgData name="Francisco Silva" userId="a288cbaf746e6d0a" providerId="LiveId" clId="{4EFD071F-5353-44F5-81BE-1C2D6554C15B}" dt="2026-03-17T16:23:14.881" v="4840" actId="20577"/>
          <ac:spMkLst>
            <pc:docMk/>
            <pc:sldMk cId="0" sldId="297"/>
            <ac:spMk id="51" creationId="{00000000-0000-0000-0000-000000000000}"/>
          </ac:spMkLst>
        </pc:spChg>
        <pc:grpChg chg="add mod">
          <ac:chgData name="Francisco Silva" userId="a288cbaf746e6d0a" providerId="LiveId" clId="{4EFD071F-5353-44F5-81BE-1C2D6554C15B}" dt="2026-03-17T16:22:42.715" v="4834" actId="1037"/>
          <ac:grpSpMkLst>
            <pc:docMk/>
            <pc:sldMk cId="0" sldId="297"/>
            <ac:grpSpMk id="14" creationId="{D7D7BD19-8433-4220-0326-4A5E6E9DD5F1}"/>
          </ac:grpSpMkLst>
        </pc:grpChg>
        <pc:picChg chg="add del mod">
          <ac:chgData name="Francisco Silva" userId="a288cbaf746e6d0a" providerId="LiveId" clId="{4EFD071F-5353-44F5-81BE-1C2D6554C15B}" dt="2026-03-17T16:19:34.341" v="4751" actId="931"/>
          <ac:picMkLst>
            <pc:docMk/>
            <pc:sldMk cId="0" sldId="297"/>
            <ac:picMk id="7" creationId="{5DC127D2-7154-AC2F-B1E6-1364D2FD1BE0}"/>
          </ac:picMkLst>
        </pc:picChg>
        <pc:picChg chg="add mod modCrop">
          <ac:chgData name="Francisco Silva" userId="a288cbaf746e6d0a" providerId="LiveId" clId="{4EFD071F-5353-44F5-81BE-1C2D6554C15B}" dt="2026-03-17T16:22:14.438" v="4816" actId="732"/>
          <ac:picMkLst>
            <pc:docMk/>
            <pc:sldMk cId="0" sldId="297"/>
            <ac:picMk id="8" creationId="{521649CF-B41C-41B2-9BCE-27EF28A8079C}"/>
          </ac:picMkLst>
        </pc:picChg>
        <pc:picChg chg="add mod modCrop">
          <ac:chgData name="Francisco Silva" userId="a288cbaf746e6d0a" providerId="LiveId" clId="{4EFD071F-5353-44F5-81BE-1C2D6554C15B}" dt="2026-03-17T16:22:22.250" v="4817" actId="732"/>
          <ac:picMkLst>
            <pc:docMk/>
            <pc:sldMk cId="0" sldId="297"/>
            <ac:picMk id="9" creationId="{A4C3F6E0-4B22-02B8-7D33-E48BFF2088EE}"/>
          </ac:picMkLst>
        </pc:picChg>
      </pc:sldChg>
      <pc:sldChg chg="addSp delSp modSp add mod setBg">
        <pc:chgData name="Francisco Silva" userId="a288cbaf746e6d0a" providerId="LiveId" clId="{4EFD071F-5353-44F5-81BE-1C2D6554C15B}" dt="2026-03-17T16:28:02.613" v="4913" actId="1038"/>
        <pc:sldMkLst>
          <pc:docMk/>
          <pc:sldMk cId="0" sldId="298"/>
        </pc:sldMkLst>
        <pc:spChg chg="del">
          <ac:chgData name="Francisco Silva" userId="a288cbaf746e6d0a" providerId="LiveId" clId="{4EFD071F-5353-44F5-81BE-1C2D6554C15B}" dt="2026-03-17T16:23:53.872" v="4846" actId="478"/>
          <ac:spMkLst>
            <pc:docMk/>
            <pc:sldMk cId="0" sldId="298"/>
            <ac:spMk id="10" creationId="{00000000-0000-0000-0000-000000000000}"/>
          </ac:spMkLst>
        </pc:spChg>
        <pc:spChg chg="del">
          <ac:chgData name="Francisco Silva" userId="a288cbaf746e6d0a" providerId="LiveId" clId="{4EFD071F-5353-44F5-81BE-1C2D6554C15B}" dt="2026-03-17T16:23:53.872" v="4846" actId="478"/>
          <ac:spMkLst>
            <pc:docMk/>
            <pc:sldMk cId="0" sldId="298"/>
            <ac:spMk id="11" creationId="{00000000-0000-0000-0000-000000000000}"/>
          </ac:spMkLst>
        </pc:spChg>
        <pc:spChg chg="del">
          <ac:chgData name="Francisco Silva" userId="a288cbaf746e6d0a" providerId="LiveId" clId="{4EFD071F-5353-44F5-81BE-1C2D6554C15B}" dt="2026-03-17T16:25:52.424" v="4864" actId="478"/>
          <ac:spMkLst>
            <pc:docMk/>
            <pc:sldMk cId="0" sldId="298"/>
            <ac:spMk id="20" creationId="{00000000-0000-0000-0000-000000000000}"/>
          </ac:spMkLst>
        </pc:spChg>
        <pc:spChg chg="del">
          <ac:chgData name="Francisco Silva" userId="a288cbaf746e6d0a" providerId="LiveId" clId="{4EFD071F-5353-44F5-81BE-1C2D6554C15B}" dt="2026-03-17T16:25:52.424" v="4864" actId="478"/>
          <ac:spMkLst>
            <pc:docMk/>
            <pc:sldMk cId="0" sldId="298"/>
            <ac:spMk id="21" creationId="{00000000-0000-0000-0000-000000000000}"/>
          </ac:spMkLst>
        </pc:spChg>
        <pc:spChg chg="del">
          <ac:chgData name="Francisco Silva" userId="a288cbaf746e6d0a" providerId="LiveId" clId="{4EFD071F-5353-44F5-81BE-1C2D6554C15B}" dt="2026-03-17T16:25:47.842" v="4863" actId="478"/>
          <ac:spMkLst>
            <pc:docMk/>
            <pc:sldMk cId="0" sldId="298"/>
            <ac:spMk id="22" creationId="{00000000-0000-0000-0000-000000000000}"/>
          </ac:spMkLst>
        </pc:spChg>
        <pc:spChg chg="del">
          <ac:chgData name="Francisco Silva" userId="a288cbaf746e6d0a" providerId="LiveId" clId="{4EFD071F-5353-44F5-81BE-1C2D6554C15B}" dt="2026-03-17T16:25:47.842" v="4863" actId="478"/>
          <ac:spMkLst>
            <pc:docMk/>
            <pc:sldMk cId="0" sldId="298"/>
            <ac:spMk id="23" creationId="{00000000-0000-0000-0000-000000000000}"/>
          </ac:spMkLst>
        </pc:spChg>
        <pc:spChg chg="del">
          <ac:chgData name="Francisco Silva" userId="a288cbaf746e6d0a" providerId="LiveId" clId="{4EFD071F-5353-44F5-81BE-1C2D6554C15B}" dt="2026-03-17T16:25:47.842" v="4863" actId="478"/>
          <ac:spMkLst>
            <pc:docMk/>
            <pc:sldMk cId="0" sldId="298"/>
            <ac:spMk id="24" creationId="{00000000-0000-0000-0000-000000000000}"/>
          </ac:spMkLst>
        </pc:spChg>
        <pc:spChg chg="del">
          <ac:chgData name="Francisco Silva" userId="a288cbaf746e6d0a" providerId="LiveId" clId="{4EFD071F-5353-44F5-81BE-1C2D6554C15B}" dt="2026-03-17T16:25:47.842" v="4863" actId="478"/>
          <ac:spMkLst>
            <pc:docMk/>
            <pc:sldMk cId="0" sldId="298"/>
            <ac:spMk id="25" creationId="{00000000-0000-0000-0000-000000000000}"/>
          </ac:spMkLst>
        </pc:spChg>
        <pc:spChg chg="del">
          <ac:chgData name="Francisco Silva" userId="a288cbaf746e6d0a" providerId="LiveId" clId="{4EFD071F-5353-44F5-81BE-1C2D6554C15B}" dt="2026-03-17T16:25:47.842" v="4863" actId="478"/>
          <ac:spMkLst>
            <pc:docMk/>
            <pc:sldMk cId="0" sldId="298"/>
            <ac:spMk id="26" creationId="{00000000-0000-0000-0000-000000000000}"/>
          </ac:spMkLst>
        </pc:spChg>
        <pc:spChg chg="del">
          <ac:chgData name="Francisco Silva" userId="a288cbaf746e6d0a" providerId="LiveId" clId="{4EFD071F-5353-44F5-81BE-1C2D6554C15B}" dt="2026-03-17T16:25:47.842" v="4863" actId="478"/>
          <ac:spMkLst>
            <pc:docMk/>
            <pc:sldMk cId="0" sldId="298"/>
            <ac:spMk id="27" creationId="{00000000-0000-0000-0000-000000000000}"/>
          </ac:spMkLst>
        </pc:spChg>
        <pc:spChg chg="mod">
          <ac:chgData name="Francisco Silva" userId="a288cbaf746e6d0a" providerId="LiveId" clId="{4EFD071F-5353-44F5-81BE-1C2D6554C15B}" dt="2026-03-17T16:27:52.512" v="4906" actId="14100"/>
          <ac:spMkLst>
            <pc:docMk/>
            <pc:sldMk cId="0" sldId="298"/>
            <ac:spMk id="30" creationId="{00000000-0000-0000-0000-000000000000}"/>
          </ac:spMkLst>
        </pc:spChg>
        <pc:spChg chg="mod">
          <ac:chgData name="Francisco Silva" userId="a288cbaf746e6d0a" providerId="LiveId" clId="{4EFD071F-5353-44F5-81BE-1C2D6554C15B}" dt="2026-03-17T16:27:48.987" v="4905" actId="1076"/>
          <ac:spMkLst>
            <pc:docMk/>
            <pc:sldMk cId="0" sldId="298"/>
            <ac:spMk id="31" creationId="{00000000-0000-0000-0000-000000000000}"/>
          </ac:spMkLst>
        </pc:spChg>
        <pc:graphicFrameChg chg="add mod modGraphic">
          <ac:chgData name="Francisco Silva" userId="a288cbaf746e6d0a" providerId="LiveId" clId="{4EFD071F-5353-44F5-81BE-1C2D6554C15B}" dt="2026-03-17T16:26:39" v="4883" actId="20577"/>
          <ac:graphicFrameMkLst>
            <pc:docMk/>
            <pc:sldMk cId="0" sldId="298"/>
            <ac:graphicFrameMk id="8" creationId="{00000000-0000-0000-0000-000000000000}"/>
          </ac:graphicFrameMkLst>
        </pc:graphicFrameChg>
        <pc:picChg chg="add mod">
          <ac:chgData name="Francisco Silva" userId="a288cbaf746e6d0a" providerId="LiveId" clId="{4EFD071F-5353-44F5-81BE-1C2D6554C15B}" dt="2026-03-17T16:28:02.613" v="4913" actId="1038"/>
          <ac:picMkLst>
            <pc:docMk/>
            <pc:sldMk cId="0" sldId="298"/>
            <ac:picMk id="12" creationId="{CB407761-126A-8F2A-3A5B-4FDECE90D6C9}"/>
          </ac:picMkLst>
        </pc:picChg>
      </pc:sldChg>
      <pc:sldChg chg="add setBg">
        <pc:chgData name="Francisco Silva" userId="a288cbaf746e6d0a" providerId="LiveId" clId="{4EFD071F-5353-44F5-81BE-1C2D6554C15B}" dt="2026-03-17T16:08:17.224" v="4507"/>
        <pc:sldMkLst>
          <pc:docMk/>
          <pc:sldMk cId="0"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FAA4-F991-26B2-8A0F-8376B111A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33D0B-4CBD-425B-310A-38E1C38BD4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8C936-3F6C-0B70-6277-E2C337787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0199C-FB5A-9A95-7D7A-3AAFB147A108}"/>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652371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3/17/2026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3/17/2026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8.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dirty="0">
                <a:solidFill>
                  <a:srgbClr val="02C39A"/>
                </a:solidFill>
                <a:latin typeface="Calibri" pitchFamily="34" charset="0"/>
                <a:ea typeface="Calibri" pitchFamily="34" charset="-122"/>
                <a:cs typeface="Calibri" pitchFamily="34" charset="-120"/>
              </a:rPr>
              <a:t>DEEP LEARNING  ·  ASSIGNMENT 1  ·  TASK 1</a:t>
            </a:r>
            <a:endParaRPr lang="en-US" sz="1000" dirty="0"/>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pPr marL="0" indent="0">
              <a:buNone/>
            </a:pPr>
            <a:r>
              <a:rPr lang="en-US" sz="1600" dirty="0">
                <a:solidFill>
                  <a:srgbClr val="7AADCC"/>
                </a:solidFill>
                <a:latin typeface="Calibri" pitchFamily="34" charset="0"/>
                <a:ea typeface="Calibri" pitchFamily="34" charset="-122"/>
                <a:cs typeface="Calibri" pitchFamily="34" charset="-120"/>
              </a:rPr>
              <a:t>TASK 1 — Flat-Pixel Multi-Layer Perceptron</a:t>
            </a:r>
            <a:endParaRPr lang="en-US" sz="1600" dirty="0"/>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What We Cover</a:t>
            </a:r>
            <a:endParaRPr lang="en-US" sz="2200" dirty="0"/>
          </a:p>
        </p:txBody>
      </p:sp>
      <p:sp>
        <p:nvSpPr>
          <p:cNvPr id="4" name="Shape 2"/>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1</a:t>
            </a:r>
            <a:endParaRPr lang="en-US" sz="220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Data Exploration &amp; Analysis</a:t>
            </a:r>
            <a:endParaRPr lang="en-US" sz="1400" dirty="0"/>
          </a:p>
        </p:txBody>
      </p:sp>
      <p:sp>
        <p:nvSpPr>
          <p:cNvPr id="10" name="Text 8"/>
          <p:cNvSpPr/>
          <p:nvPr/>
        </p:nvSpPr>
        <p:spPr>
          <a:xfrm>
            <a:off x="1051560" y="138988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EDA  ·  class imbalance  ·  pixel stats  ·  t-SNE</a:t>
            </a:r>
            <a:endParaRPr lang="en-US" sz="1100" dirty="0"/>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2</a:t>
            </a:r>
            <a:endParaRPr lang="en-US" sz="220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Model Development</a:t>
            </a:r>
            <a:endParaRPr lang="en-US" sz="1400" dirty="0"/>
          </a:p>
        </p:txBody>
      </p:sp>
      <p:sp>
        <p:nvSpPr>
          <p:cNvPr id="17" name="Text 15"/>
          <p:cNvSpPr/>
          <p:nvPr/>
        </p:nvSpPr>
        <p:spPr>
          <a:xfrm>
            <a:off x="5440680" y="138988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Architecture  ·  19 experiments  ·  regularisation</a:t>
            </a:r>
            <a:endParaRPr lang="en-US" sz="1100" dirty="0"/>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3</a:t>
            </a:r>
            <a:endParaRPr lang="en-US" sz="220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Training Efficiency</a:t>
            </a:r>
            <a:endParaRPr lang="en-US" sz="1400" dirty="0"/>
          </a:p>
        </p:txBody>
      </p:sp>
      <p:sp>
        <p:nvSpPr>
          <p:cNvPr id="24" name="Text 22"/>
          <p:cNvSpPr/>
          <p:nvPr/>
        </p:nvSpPr>
        <p:spPr>
          <a:xfrm>
            <a:off x="1051560" y="335584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Early stopping  ·  GPU budget  ·  checkpointing</a:t>
            </a:r>
            <a:endParaRPr lang="en-US" sz="1100" dirty="0"/>
          </a:p>
        </p:txBody>
      </p:sp>
      <p:sp>
        <p:nvSpPr>
          <p:cNvPr id="25" name="Shape 23"/>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4</a:t>
            </a:r>
            <a:endParaRPr lang="en-US" sz="2200" dirty="0"/>
          </a:p>
        </p:txBody>
      </p:sp>
      <p:sp>
        <p:nvSpPr>
          <p:cNvPr id="30" name="Text 28"/>
          <p:cNvSpPr/>
          <p:nvPr/>
        </p:nvSpPr>
        <p:spPr>
          <a:xfrm>
            <a:off x="5440680" y="289864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Performance Evaluation</a:t>
            </a:r>
            <a:endParaRPr lang="en-US" sz="1400" dirty="0"/>
          </a:p>
        </p:txBody>
      </p:sp>
      <p:sp>
        <p:nvSpPr>
          <p:cNvPr id="31" name="Text 29"/>
          <p:cNvSpPr/>
          <p:nvPr/>
        </p:nvSpPr>
        <p:spPr>
          <a:xfrm>
            <a:off x="5440680" y="335584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Macro-F1  ·  per-class  ·  confusion matrix</a:t>
            </a:r>
            <a:endParaRPr lang="en-US" sz="110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Data Exploration &amp; Analysis</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The Dataset at a Glance</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Shape 4"/>
          <p:cNvSpPr/>
          <p:nvPr/>
        </p:nvSpPr>
        <p:spPr>
          <a:xfrm>
            <a:off x="36576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Text 5"/>
          <p:cNvSpPr/>
          <p:nvPr/>
        </p:nvSpPr>
        <p:spPr>
          <a:xfrm>
            <a:off x="36576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3 600</a:t>
            </a:r>
            <a:endParaRPr lang="en-US" sz="2800" dirty="0"/>
          </a:p>
        </p:txBody>
      </p:sp>
      <p:sp>
        <p:nvSpPr>
          <p:cNvPr id="8" name="Text 6"/>
          <p:cNvSpPr/>
          <p:nvPr/>
        </p:nvSpPr>
        <p:spPr>
          <a:xfrm>
            <a:off x="36576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training images</a:t>
            </a:r>
            <a:endParaRPr lang="en-US" sz="1100" dirty="0"/>
          </a:p>
        </p:txBody>
      </p:sp>
      <p:sp>
        <p:nvSpPr>
          <p:cNvPr id="9" name="Shape 7"/>
          <p:cNvSpPr/>
          <p:nvPr/>
        </p:nvSpPr>
        <p:spPr>
          <a:xfrm>
            <a:off x="256032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0" name="Text 8"/>
          <p:cNvSpPr/>
          <p:nvPr/>
        </p:nvSpPr>
        <p:spPr>
          <a:xfrm>
            <a:off x="256032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900</a:t>
            </a:r>
            <a:endParaRPr lang="en-US" sz="2800" dirty="0"/>
          </a:p>
        </p:txBody>
      </p:sp>
      <p:sp>
        <p:nvSpPr>
          <p:cNvPr id="11" name="Text 9"/>
          <p:cNvSpPr/>
          <p:nvPr/>
        </p:nvSpPr>
        <p:spPr>
          <a:xfrm>
            <a:off x="256032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test images</a:t>
            </a:r>
            <a:endParaRPr lang="en-US" sz="1100" dirty="0"/>
          </a:p>
        </p:txBody>
      </p:sp>
      <p:sp>
        <p:nvSpPr>
          <p:cNvPr id="12" name="Shape 10"/>
          <p:cNvSpPr/>
          <p:nvPr/>
        </p:nvSpPr>
        <p:spPr>
          <a:xfrm>
            <a:off x="475488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Text 11"/>
          <p:cNvSpPr/>
          <p:nvPr/>
        </p:nvSpPr>
        <p:spPr>
          <a:xfrm>
            <a:off x="475488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a:t>
            </a:r>
            <a:endParaRPr lang="en-US" sz="2800" dirty="0"/>
          </a:p>
        </p:txBody>
      </p:sp>
      <p:sp>
        <p:nvSpPr>
          <p:cNvPr id="14" name="Text 12"/>
          <p:cNvSpPr/>
          <p:nvPr/>
        </p:nvSpPr>
        <p:spPr>
          <a:xfrm>
            <a:off x="475488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Pokémon types</a:t>
            </a:r>
            <a:endParaRPr lang="en-US" sz="1100" dirty="0"/>
          </a:p>
        </p:txBody>
      </p:sp>
      <p:sp>
        <p:nvSpPr>
          <p:cNvPr id="15" name="Shape 13"/>
          <p:cNvSpPr/>
          <p:nvPr/>
        </p:nvSpPr>
        <p:spPr>
          <a:xfrm>
            <a:off x="694944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6" name="Text 14"/>
          <p:cNvSpPr/>
          <p:nvPr/>
        </p:nvSpPr>
        <p:spPr>
          <a:xfrm>
            <a:off x="6949440" y="822960"/>
            <a:ext cx="2011680" cy="530352"/>
          </a:xfrm>
          <a:prstGeom prst="rect">
            <a:avLst/>
          </a:prstGeom>
          <a:noFill/>
          <a:ln/>
        </p:spPr>
        <p:txBody>
          <a:bodyPr wrap="square" lIns="0" tIns="0" rIns="0" bIns="0" rtlCol="0" anchor="ctr"/>
          <a:lstStyle/>
          <a:p>
            <a:pPr marL="0" indent="0" algn="ctr">
              <a:buNone/>
            </a:pPr>
            <a:r>
              <a:rPr lang="en-US" sz="2800" b="1" dirty="0">
                <a:solidFill>
                  <a:srgbClr val="3D5A73"/>
                </a:solidFill>
                <a:latin typeface="Trebuchet MS" pitchFamily="34" charset="0"/>
                <a:ea typeface="Trebuchet MS" pitchFamily="34" charset="-122"/>
                <a:cs typeface="Trebuchet MS" pitchFamily="34" charset="-120"/>
              </a:rPr>
              <a:t>64x64</a:t>
            </a:r>
            <a:endParaRPr lang="en-US" sz="2800" dirty="0"/>
          </a:p>
        </p:txBody>
      </p:sp>
      <p:sp>
        <p:nvSpPr>
          <p:cNvPr id="17" name="Text 15"/>
          <p:cNvSpPr/>
          <p:nvPr/>
        </p:nvSpPr>
        <p:spPr>
          <a:xfrm>
            <a:off x="694944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px resolution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920240"/>
          <a:ext cx="4114800"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8346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Count</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train</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Water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E97C35"/>
                          </a:solidFill>
                          <a:latin typeface="Calibri" pitchFamily="34" charset="0"/>
                          <a:ea typeface="Calibri" pitchFamily="34" charset="-122"/>
                          <a:cs typeface="Calibri" pitchFamily="34" charset="-120"/>
                        </a:rPr>
                        <a:t>18.7% ▲</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Normal</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606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Poison</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467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Fire</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381</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Bug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374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Grass</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299</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6"/>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Fighting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291</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Rock</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264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Ground</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b="1" dirty="0">
                          <a:solidFill>
                            <a:srgbClr val="E74C3C"/>
                          </a:solidFill>
                          <a:latin typeface="Calibri" pitchFamily="34" charset="0"/>
                          <a:ea typeface="Calibri" pitchFamily="34" charset="-122"/>
                          <a:cs typeface="Calibri" pitchFamily="34" charset="-120"/>
                        </a:rPr>
                        <a:t>244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E74C3C"/>
                          </a:solidFill>
                          <a:latin typeface="Calibri" pitchFamily="34" charset="0"/>
                          <a:ea typeface="Calibri" pitchFamily="34" charset="-122"/>
                          <a:cs typeface="Calibri" pitchFamily="34" charset="-120"/>
                        </a:rPr>
                        <a:t>6.8% ▼</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9" name="Shape 16"/>
          <p:cNvSpPr/>
          <p:nvPr/>
        </p:nvSpPr>
        <p:spPr>
          <a:xfrm>
            <a:off x="4709160" y="1920240"/>
            <a:ext cx="4114800" cy="1325880"/>
          </a:xfrm>
          <a:prstGeom prst="rect">
            <a:avLst/>
          </a:prstGeom>
          <a:solidFill>
            <a:srgbClr val="FFF8E1"/>
          </a:solidFill>
          <a:ln w="10160">
            <a:solidFill>
              <a:srgbClr val="FFD54F"/>
            </a:solidFill>
            <a:prstDash val="solid"/>
          </a:ln>
        </p:spPr>
        <p:txBody>
          <a:bodyPr/>
          <a:lstStyle/>
          <a:p>
            <a:endParaRPr lang="pt-PT"/>
          </a:p>
        </p:txBody>
      </p:sp>
      <p:sp>
        <p:nvSpPr>
          <p:cNvPr id="20" name="Shape 17"/>
          <p:cNvSpPr/>
          <p:nvPr/>
        </p:nvSpPr>
        <p:spPr>
          <a:xfrm>
            <a:off x="4709160" y="1920239"/>
            <a:ext cx="82296" cy="1325879"/>
          </a:xfrm>
          <a:prstGeom prst="rect">
            <a:avLst/>
          </a:prstGeom>
          <a:solidFill>
            <a:srgbClr val="E97C35"/>
          </a:solidFill>
          <a:ln w="12700">
            <a:solidFill>
              <a:srgbClr val="E97C35"/>
            </a:solidFill>
            <a:prstDash val="solid"/>
          </a:ln>
        </p:spPr>
        <p:txBody>
          <a:bodyPr/>
          <a:lstStyle/>
          <a:p>
            <a:endParaRPr lang="pt-PT"/>
          </a:p>
        </p:txBody>
      </p:sp>
      <p:sp>
        <p:nvSpPr>
          <p:cNvPr id="21" name="Text 18"/>
          <p:cNvSpPr/>
          <p:nvPr/>
        </p:nvSpPr>
        <p:spPr>
          <a:xfrm>
            <a:off x="4846320" y="1965960"/>
            <a:ext cx="3840480" cy="347472"/>
          </a:xfrm>
          <a:prstGeom prst="rect">
            <a:avLst/>
          </a:prstGeom>
          <a:noFill/>
          <a:ln/>
        </p:spPr>
        <p:txBody>
          <a:bodyPr wrap="square" lIns="0" tIns="0" rIns="0" bIns="0" rtlCol="0" anchor="ctr"/>
          <a:lstStyle/>
          <a:p>
            <a:pPr marL="0" indent="0">
              <a:buNone/>
            </a:pPr>
            <a:r>
              <a:rPr lang="en-US" sz="1300" b="1" dirty="0">
                <a:solidFill>
                  <a:srgbClr val="E97C35"/>
                </a:solidFill>
                <a:latin typeface="Trebuchet MS" pitchFamily="34" charset="0"/>
                <a:ea typeface="Trebuchet MS" pitchFamily="34" charset="-122"/>
                <a:cs typeface="Trebuchet MS" pitchFamily="34" charset="-120"/>
              </a:rPr>
              <a:t>Imbalance ratio: 2.76x</a:t>
            </a:r>
            <a:endParaRPr lang="en-US" sz="1300" dirty="0"/>
          </a:p>
        </p:txBody>
      </p:sp>
      <p:sp>
        <p:nvSpPr>
          <p:cNvPr id="22" name="Text 19"/>
          <p:cNvSpPr/>
          <p:nvPr/>
        </p:nvSpPr>
        <p:spPr>
          <a:xfrm>
            <a:off x="4846320" y="2340864"/>
            <a:ext cx="3840480" cy="713232"/>
          </a:xfrm>
          <a:prstGeom prst="rect">
            <a:avLst/>
          </a:prstGeom>
          <a:noFill/>
          <a:ln/>
        </p:spPr>
        <p:txBody>
          <a:bodyPr wrap="square" lIns="0" tIns="0" rIns="0" bIns="0" rtlCol="0" anchor="ctr"/>
          <a:lstStyle/>
          <a:p>
            <a:pPr marL="0" indent="0">
              <a:buNone/>
            </a:pPr>
            <a:r>
              <a:rPr lang="en-US" sz="1100" b="1" dirty="0">
                <a:solidFill>
                  <a:srgbClr val="1A2B3C"/>
                </a:solidFill>
                <a:latin typeface="Calibri" pitchFamily="34" charset="0"/>
                <a:ea typeface="Calibri" pitchFamily="34" charset="-122"/>
                <a:cs typeface="Calibri" pitchFamily="34" charset="-120"/>
              </a:rPr>
              <a:t>Implications: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Predicting "Water" every time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gives 18.7% accuracy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but macro-F1 = 0.021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So accuracy hides the real failure on minority classes.</a:t>
            </a:r>
            <a:endParaRPr lang="en-US" sz="1100" dirty="0"/>
          </a:p>
        </p:txBody>
      </p:sp>
      <p:sp>
        <p:nvSpPr>
          <p:cNvPr id="23" name="Shape 20"/>
          <p:cNvSpPr/>
          <p:nvPr/>
        </p:nvSpPr>
        <p:spPr>
          <a:xfrm>
            <a:off x="4709160" y="3383280"/>
            <a:ext cx="4114800" cy="14630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4" name="Shape 21"/>
          <p:cNvSpPr/>
          <p:nvPr/>
        </p:nvSpPr>
        <p:spPr>
          <a:xfrm>
            <a:off x="4709160" y="3246120"/>
            <a:ext cx="82296" cy="1600200"/>
          </a:xfrm>
          <a:prstGeom prst="rect">
            <a:avLst/>
          </a:prstGeom>
          <a:solidFill>
            <a:srgbClr val="00A896"/>
          </a:solidFill>
          <a:ln w="12700">
            <a:solidFill>
              <a:srgbClr val="00A896"/>
            </a:solidFill>
            <a:prstDash val="solid"/>
          </a:ln>
        </p:spPr>
        <p:txBody>
          <a:bodyPr/>
          <a:lstStyle/>
          <a:p>
            <a:endParaRPr lang="pt-PT"/>
          </a:p>
        </p:txBody>
      </p:sp>
      <p:sp>
        <p:nvSpPr>
          <p:cNvPr id="25" name="Text 22"/>
          <p:cNvSpPr/>
          <p:nvPr/>
        </p:nvSpPr>
        <p:spPr>
          <a:xfrm>
            <a:off x="4846320" y="3483864"/>
            <a:ext cx="3840480" cy="329184"/>
          </a:xfrm>
          <a:prstGeom prst="rect">
            <a:avLst/>
          </a:prstGeom>
          <a:noFill/>
          <a:ln/>
        </p:spPr>
        <p:txBody>
          <a:bodyPr wrap="square" lIns="0" tIns="0" rIns="0" bIns="0" rtlCol="0" anchor="ctr"/>
          <a:lstStyle/>
          <a:p>
            <a:pPr marL="0" indent="0">
              <a:buNone/>
            </a:pPr>
            <a:r>
              <a:rPr lang="en-US" sz="1300" b="1" dirty="0">
                <a:solidFill>
                  <a:srgbClr val="0D1B2A"/>
                </a:solidFill>
                <a:latin typeface="Trebuchet MS" pitchFamily="34" charset="0"/>
                <a:ea typeface="Trebuchet MS" pitchFamily="34" charset="-122"/>
                <a:cs typeface="Trebuchet MS" pitchFamily="34" charset="-120"/>
              </a:rPr>
              <a:t>Solution:</a:t>
            </a:r>
          </a:p>
        </p:txBody>
      </p:sp>
      <p:sp>
        <p:nvSpPr>
          <p:cNvPr id="26" name="Text 23"/>
          <p:cNvSpPr/>
          <p:nvPr/>
        </p:nvSpPr>
        <p:spPr>
          <a:xfrm>
            <a:off x="5638059" y="3330114"/>
            <a:ext cx="3840480" cy="1115568"/>
          </a:xfrm>
          <a:prstGeom prst="rect">
            <a:avLst/>
          </a:prstGeom>
          <a:noFill/>
          <a:ln/>
        </p:spPr>
        <p:txBody>
          <a:bodyPr wrap="square" rtlCol="0" anchor="ctr"/>
          <a:lstStyle/>
          <a:p>
            <a:pPr>
              <a:buSzPct val="100000"/>
            </a:pPr>
            <a:r>
              <a:rPr lang="en-US" sz="1200" b="1" u="sng" dirty="0">
                <a:solidFill>
                  <a:srgbClr val="0D1B2A"/>
                </a:solidFill>
                <a:latin typeface="Trebuchet MS" pitchFamily="34" charset="0"/>
                <a:ea typeface="Trebuchet MS" pitchFamily="34" charset="-122"/>
                <a:cs typeface="Trebuchet MS" pitchFamily="34" charset="-120"/>
              </a:rPr>
              <a:t>macro-averaged F1</a:t>
            </a:r>
            <a:endParaRPr lang="en-US" sz="1200" u="sng" dirty="0"/>
          </a:p>
          <a:p>
            <a:pPr>
              <a:buSzPct val="100000"/>
            </a:pPr>
            <a:endParaRPr lang="en-US" sz="1100" dirty="0">
              <a:solidFill>
                <a:srgbClr val="1A2B3C"/>
              </a:solidFill>
              <a:latin typeface="Calibri" pitchFamily="34" charset="0"/>
              <a:ea typeface="Calibri" pitchFamily="34" charset="-122"/>
              <a:cs typeface="Calibri" pitchFamily="34" charset="-120"/>
            </a:endParaRPr>
          </a:p>
          <a:p>
            <a:pPr>
              <a:buSzPct val="100000"/>
            </a:pPr>
            <a:r>
              <a:rPr lang="en-US" sz="1100" dirty="0">
                <a:solidFill>
                  <a:srgbClr val="1A2B3C"/>
                </a:solidFill>
                <a:latin typeface="Calibri" pitchFamily="34" charset="0"/>
                <a:ea typeface="Calibri" pitchFamily="34" charset="-122"/>
                <a:cs typeface="Calibri" pitchFamily="34" charset="-120"/>
              </a:rPr>
              <a:t>Weights all 9 classes equally</a:t>
            </a:r>
          </a:p>
          <a:p>
            <a:pPr>
              <a:buSzPct val="100000"/>
            </a:pPr>
            <a:r>
              <a:rPr lang="en-US" sz="1100" dirty="0">
                <a:solidFill>
                  <a:srgbClr val="1A2B3C"/>
                </a:solidFill>
                <a:latin typeface="Calibri" pitchFamily="34" charset="0"/>
                <a:ea typeface="Calibri" pitchFamily="34" charset="-122"/>
                <a:cs typeface="Calibri" pitchFamily="34" charset="-120"/>
              </a:rPr>
              <a:t>No advantage for majority classes</a:t>
            </a:r>
            <a:endParaRPr lang="en-US" sz="1100" dirty="0"/>
          </a:p>
        </p:txBody>
      </p:sp>
      <p:sp>
        <p:nvSpPr>
          <p:cNvPr id="30" name="Shape 2">
            <a:extLst>
              <a:ext uri="{FF2B5EF4-FFF2-40B4-BE49-F238E27FC236}">
                <a16:creationId xmlns:a16="http://schemas.microsoft.com/office/drawing/2014/main" id="{1E90EFAE-8972-B0E0-CBA7-CDEF2DB5960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7" name="Rectangle: Rounded Corners 26">
            <a:extLst>
              <a:ext uri="{FF2B5EF4-FFF2-40B4-BE49-F238E27FC236}">
                <a16:creationId xmlns:a16="http://schemas.microsoft.com/office/drawing/2014/main" id="{2A144D38-9B3B-674D-9016-6CF8AF967FB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Class Imbalance — Visual Overview</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Class distribution (train set)</a:t>
            </a:r>
            <a:endParaRPr lang="en-US" sz="1200" dirty="0"/>
          </a:p>
        </p:txBody>
      </p:sp>
      <p:sp>
        <p:nvSpPr>
          <p:cNvPr id="8" name="Shape 5"/>
          <p:cNvSpPr/>
          <p:nvPr/>
        </p:nvSpPr>
        <p:spPr>
          <a:xfrm>
            <a:off x="5257800" y="709227"/>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5257800" y="709227"/>
            <a:ext cx="73152" cy="896112"/>
          </a:xfrm>
          <a:prstGeom prst="rect">
            <a:avLst/>
          </a:prstGeom>
          <a:solidFill>
            <a:srgbClr val="E97C35"/>
          </a:solidFill>
          <a:ln w="12700">
            <a:solidFill>
              <a:srgbClr val="E97C35"/>
            </a:solidFill>
            <a:prstDash val="solid"/>
          </a:ln>
        </p:spPr>
        <p:txBody>
          <a:bodyPr/>
          <a:lstStyle/>
          <a:p>
            <a:endParaRPr lang="pt-PT"/>
          </a:p>
        </p:txBody>
      </p:sp>
      <p:sp>
        <p:nvSpPr>
          <p:cNvPr id="10" name="Text 7"/>
          <p:cNvSpPr/>
          <p:nvPr/>
        </p:nvSpPr>
        <p:spPr>
          <a:xfrm>
            <a:off x="5394960" y="745803"/>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2.76×</a:t>
            </a:r>
            <a:endParaRPr lang="en-US" sz="2400" dirty="0"/>
          </a:p>
        </p:txBody>
      </p:sp>
      <p:sp>
        <p:nvSpPr>
          <p:cNvPr id="11" name="Text 8"/>
          <p:cNvSpPr/>
          <p:nvPr/>
        </p:nvSpPr>
        <p:spPr>
          <a:xfrm>
            <a:off x="5394960" y="1221291"/>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Water / Ground imbalance ratio</a:t>
            </a:r>
            <a:endParaRPr lang="en-US" sz="1100" dirty="0"/>
          </a:p>
        </p:txBody>
      </p:sp>
      <p:sp>
        <p:nvSpPr>
          <p:cNvPr id="12" name="Shape 9"/>
          <p:cNvSpPr/>
          <p:nvPr/>
        </p:nvSpPr>
        <p:spPr>
          <a:xfrm>
            <a:off x="5257800" y="1801746"/>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5257800" y="1801746"/>
            <a:ext cx="73152" cy="896112"/>
          </a:xfrm>
          <a:prstGeom prst="rect">
            <a:avLst/>
          </a:prstGeom>
          <a:solidFill>
            <a:srgbClr val="E97C35"/>
          </a:solidFill>
          <a:ln w="12700">
            <a:solidFill>
              <a:srgbClr val="E97C35"/>
            </a:solidFill>
            <a:prstDash val="solid"/>
          </a:ln>
        </p:spPr>
        <p:txBody>
          <a:bodyPr/>
          <a:lstStyle/>
          <a:p>
            <a:endParaRPr lang="pt-PT"/>
          </a:p>
        </p:txBody>
      </p:sp>
      <p:sp>
        <p:nvSpPr>
          <p:cNvPr id="14" name="Text 11"/>
          <p:cNvSpPr/>
          <p:nvPr/>
        </p:nvSpPr>
        <p:spPr>
          <a:xfrm>
            <a:off x="5394960" y="1838322"/>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18.7%</a:t>
            </a:r>
            <a:endParaRPr lang="en-US" sz="2400" dirty="0"/>
          </a:p>
        </p:txBody>
      </p:sp>
      <p:sp>
        <p:nvSpPr>
          <p:cNvPr id="15" name="Text 12"/>
          <p:cNvSpPr/>
          <p:nvPr/>
        </p:nvSpPr>
        <p:spPr>
          <a:xfrm>
            <a:off x="5394960" y="2313810"/>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Water  (most common class)</a:t>
            </a:r>
            <a:endParaRPr lang="en-US" sz="1100" dirty="0"/>
          </a:p>
        </p:txBody>
      </p:sp>
      <p:sp>
        <p:nvSpPr>
          <p:cNvPr id="16" name="Shape 13"/>
          <p:cNvSpPr/>
          <p:nvPr/>
        </p:nvSpPr>
        <p:spPr>
          <a:xfrm>
            <a:off x="5257800" y="2894265"/>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5257800" y="2894265"/>
            <a:ext cx="73152" cy="896112"/>
          </a:xfrm>
          <a:prstGeom prst="rect">
            <a:avLst/>
          </a:prstGeom>
          <a:solidFill>
            <a:srgbClr val="E74C3C"/>
          </a:solidFill>
          <a:ln w="12700">
            <a:solidFill>
              <a:srgbClr val="E74C3C"/>
            </a:solidFill>
            <a:prstDash val="solid"/>
          </a:ln>
        </p:spPr>
        <p:txBody>
          <a:bodyPr/>
          <a:lstStyle/>
          <a:p>
            <a:endParaRPr lang="pt-PT"/>
          </a:p>
        </p:txBody>
      </p:sp>
      <p:sp>
        <p:nvSpPr>
          <p:cNvPr id="18" name="Text 15"/>
          <p:cNvSpPr/>
          <p:nvPr/>
        </p:nvSpPr>
        <p:spPr>
          <a:xfrm>
            <a:off x="5394960" y="2930841"/>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6.8%</a:t>
            </a:r>
            <a:endParaRPr lang="en-US" sz="2400" dirty="0"/>
          </a:p>
        </p:txBody>
      </p:sp>
      <p:sp>
        <p:nvSpPr>
          <p:cNvPr id="19" name="Text 16"/>
          <p:cNvSpPr/>
          <p:nvPr/>
        </p:nvSpPr>
        <p:spPr>
          <a:xfrm>
            <a:off x="5394960" y="3406329"/>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Ground (rarest class)</a:t>
            </a:r>
            <a:endParaRPr lang="en-US" sz="1100" dirty="0"/>
          </a:p>
        </p:txBody>
      </p:sp>
      <p:sp>
        <p:nvSpPr>
          <p:cNvPr id="20" name="Shape 17"/>
          <p:cNvSpPr/>
          <p:nvPr/>
        </p:nvSpPr>
        <p:spPr>
          <a:xfrm>
            <a:off x="5257800" y="3986784"/>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5257800" y="3986784"/>
            <a:ext cx="73152" cy="896112"/>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5394960" y="4023360"/>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0.021</a:t>
            </a:r>
            <a:endParaRPr lang="en-US" sz="2400" dirty="0"/>
          </a:p>
        </p:txBody>
      </p:sp>
      <p:sp>
        <p:nvSpPr>
          <p:cNvPr id="23" name="Text 20"/>
          <p:cNvSpPr/>
          <p:nvPr/>
        </p:nvSpPr>
        <p:spPr>
          <a:xfrm>
            <a:off x="5394960" y="4498848"/>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Naive baseline: always predict Water</a:t>
            </a:r>
            <a:endParaRPr lang="en-US" sz="1100" dirty="0"/>
          </a:p>
        </p:txBody>
      </p:sp>
      <p:sp>
        <p:nvSpPr>
          <p:cNvPr id="24" name="Shape 21"/>
          <p:cNvSpPr/>
          <p:nvPr/>
        </p:nvSpPr>
        <p:spPr>
          <a:xfrm>
            <a:off x="274320" y="3749040"/>
            <a:ext cx="4754880" cy="1188720"/>
          </a:xfrm>
          <a:prstGeom prst="rect">
            <a:avLst/>
          </a:prstGeom>
          <a:solidFill>
            <a:srgbClr val="E8F8F5"/>
          </a:solidFill>
          <a:ln w="8890">
            <a:solidFill>
              <a:srgbClr val="00A896"/>
            </a:solidFill>
            <a:prstDash val="solid"/>
          </a:ln>
        </p:spPr>
        <p:txBody>
          <a:bodyPr/>
          <a:lstStyle/>
          <a:p>
            <a:endParaRPr lang="pt-PT"/>
          </a:p>
        </p:txBody>
      </p:sp>
      <p:sp>
        <p:nvSpPr>
          <p:cNvPr id="25" name="Shape 22"/>
          <p:cNvSpPr/>
          <p:nvPr/>
        </p:nvSpPr>
        <p:spPr>
          <a:xfrm>
            <a:off x="274320" y="3749040"/>
            <a:ext cx="82296" cy="1188720"/>
          </a:xfrm>
          <a:prstGeom prst="rect">
            <a:avLst/>
          </a:prstGeom>
          <a:solidFill>
            <a:srgbClr val="00A896"/>
          </a:solidFill>
          <a:ln w="12700">
            <a:solidFill>
              <a:srgbClr val="00A896"/>
            </a:solidFill>
            <a:prstDash val="solid"/>
          </a:ln>
        </p:spPr>
        <p:txBody>
          <a:bodyPr/>
          <a:lstStyle/>
          <a:p>
            <a:endParaRPr lang="pt-PT"/>
          </a:p>
        </p:txBody>
      </p:sp>
      <p:sp>
        <p:nvSpPr>
          <p:cNvPr id="26" name="Text 23"/>
          <p:cNvSpPr/>
          <p:nvPr/>
        </p:nvSpPr>
        <p:spPr>
          <a:xfrm>
            <a:off x="411480" y="3794760"/>
            <a:ext cx="448056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Our mitigation strategy</a:t>
            </a:r>
            <a:endParaRPr lang="en-US" sz="1200" dirty="0"/>
          </a:p>
        </p:txBody>
      </p:sp>
      <p:sp>
        <p:nvSpPr>
          <p:cNvPr id="27" name="Text 24"/>
          <p:cNvSpPr/>
          <p:nvPr/>
        </p:nvSpPr>
        <p:spPr>
          <a:xfrm>
            <a:off x="411480" y="4142232"/>
            <a:ext cx="4480560" cy="749808"/>
          </a:xfrm>
          <a:prstGeom prst="rect">
            <a:avLst/>
          </a:prstGeom>
          <a:noFill/>
          <a:ln/>
        </p:spPr>
        <p:txBody>
          <a:bodyPr wrap="square" rtlCol="0" anchor="ctr"/>
          <a:lstStyle/>
          <a:p>
            <a:pPr marL="342900" indent="-342900">
              <a:buSzPct val="100000"/>
              <a:buChar char="•"/>
            </a:pPr>
            <a:r>
              <a:rPr lang="en-US" sz="1100" dirty="0">
                <a:solidFill>
                  <a:srgbClr val="1A2B3C"/>
                </a:solidFill>
                <a:latin typeface="Calibri" pitchFamily="34" charset="0"/>
                <a:ea typeface="Calibri" pitchFamily="34" charset="-122"/>
                <a:cs typeface="Calibri" pitchFamily="34" charset="-120"/>
              </a:rPr>
              <a:t>Inverse-frequency class weights in CrossEntropyLoss</a:t>
            </a:r>
            <a:endParaRPr lang="en-US" sz="1100" dirty="0"/>
          </a:p>
          <a:p>
            <a:pPr marL="342900" indent="-342900">
              <a:buSzPct val="100000"/>
              <a:buChar char="•"/>
            </a:pPr>
            <a:r>
              <a:rPr lang="en-US" sz="1100" dirty="0">
                <a:solidFill>
                  <a:srgbClr val="1A2B3C"/>
                </a:solidFill>
                <a:latin typeface="Calibri" pitchFamily="34" charset="0"/>
                <a:ea typeface="Calibri" pitchFamily="34" charset="-122"/>
                <a:cs typeface="Calibri" pitchFamily="34" charset="-120"/>
              </a:rPr>
              <a:t>WeightedRandomSampler (tested separately — see experiments)</a:t>
            </a:r>
            <a:endParaRPr lang="en-US" sz="1100" dirty="0"/>
          </a:p>
        </p:txBody>
      </p:sp>
      <p:sp>
        <p:nvSpPr>
          <p:cNvPr id="28" name="Shape 2">
            <a:extLst>
              <a:ext uri="{FF2B5EF4-FFF2-40B4-BE49-F238E27FC236}">
                <a16:creationId xmlns:a16="http://schemas.microsoft.com/office/drawing/2014/main" id="{05C42555-70F1-1667-11E5-0D78797B3D3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9" name="Rectangle: Rounded Corners 28">
            <a:extLst>
              <a:ext uri="{FF2B5EF4-FFF2-40B4-BE49-F238E27FC236}">
                <a16:creationId xmlns:a16="http://schemas.microsoft.com/office/drawing/2014/main" id="{EC620A0D-26D8-6CF4-1950-740F67C04A6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pic>
        <p:nvPicPr>
          <p:cNvPr id="31" name="Picture 30">
            <a:extLst>
              <a:ext uri="{FF2B5EF4-FFF2-40B4-BE49-F238E27FC236}">
                <a16:creationId xmlns:a16="http://schemas.microsoft.com/office/drawing/2014/main" id="{90D6123E-BBEF-E8BC-24FD-E57574C72F62}"/>
              </a:ext>
            </a:extLst>
          </p:cNvPr>
          <p:cNvPicPr>
            <a:picLocks noChangeAspect="1"/>
          </p:cNvPicPr>
          <p:nvPr/>
        </p:nvPicPr>
        <p:blipFill>
          <a:blip r:embed="rId3"/>
          <a:stretch>
            <a:fillRect/>
          </a:stretch>
        </p:blipFill>
        <p:spPr>
          <a:xfrm>
            <a:off x="274320" y="666471"/>
            <a:ext cx="4754880" cy="2955464"/>
          </a:xfrm>
          <a:prstGeom prst="rect">
            <a:avLst/>
          </a:prstGeom>
          <a:effectLst>
            <a:outerShdw blurRad="50800" dist="38100" dir="5400000" algn="t" rotWithShape="0">
              <a:prstClr val="black">
                <a:alpha val="40000"/>
              </a:prstClr>
            </a:outerShdw>
          </a:effectLst>
        </p:spPr>
      </p:pic>
      <p:sp>
        <p:nvSpPr>
          <p:cNvPr id="32" name="TextBox 31">
            <a:extLst>
              <a:ext uri="{FF2B5EF4-FFF2-40B4-BE49-F238E27FC236}">
                <a16:creationId xmlns:a16="http://schemas.microsoft.com/office/drawing/2014/main" id="{1C23FBE8-B458-276C-5AB6-17273D18538A}"/>
              </a:ext>
            </a:extLst>
          </p:cNvPr>
          <p:cNvSpPr txBox="1"/>
          <p:nvPr/>
        </p:nvSpPr>
        <p:spPr>
          <a:xfrm>
            <a:off x="-54802" y="859932"/>
            <a:ext cx="2173165" cy="2349489"/>
          </a:xfrm>
          <a:prstGeom prst="rect">
            <a:avLst/>
          </a:prstGeom>
          <a:noFill/>
        </p:spPr>
        <p:txBody>
          <a:bodyPr wrap="square">
            <a:spAutoFit/>
          </a:bodyPr>
          <a:lstStyle/>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buNone/>
            </a:pPr>
            <a:r>
              <a:rPr lang="pt-PT" sz="1100" dirty="0">
                <a:solidFill>
                  <a:schemeClr val="bg1"/>
                </a:solidFill>
                <a:latin typeface="Consolas" panose="020B0609020204030204" pitchFamily="49" charset="0"/>
              </a:rPr>
              <a:t>🗿</a:t>
            </a:r>
            <a:endParaRPr lang="pt-PT" sz="1100" b="0" dirty="0">
              <a:solidFill>
                <a:schemeClr val="bg1"/>
              </a:solidFill>
              <a:effectLst/>
              <a:latin typeface="Consolas" panose="020B0609020204030204" pitchFamily="49" charset="0"/>
            </a:endParaRPr>
          </a:p>
          <a:p>
            <a:pPr>
              <a:lnSpc>
                <a:spcPct val="150000"/>
              </a:lnSpc>
            </a:pPr>
            <a:r>
              <a:rPr lang="pt-PT" sz="1100" dirty="0">
                <a:solidFill>
                  <a:schemeClr val="bg1"/>
                </a:solidFill>
                <a:latin typeface="Consolas" panose="020B0609020204030204" pitchFamily="49"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What the Data Looks Like</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i="1" dirty="0">
                <a:solidFill>
                  <a:srgbClr val="3D5A73"/>
                </a:solidFill>
                <a:latin typeface="Calibri" pitchFamily="34" charset="0"/>
                <a:ea typeface="Calibri" pitchFamily="34" charset="-122"/>
                <a:cs typeface="Calibri" pitchFamily="34" charset="-120"/>
              </a:rPr>
              <a:t>4 samples per class (sprites overlaid on real-world backgrounds)</a:t>
            </a:r>
            <a:endParaRPr lang="en-US" sz="1200" dirty="0"/>
          </a:p>
        </p:txBody>
      </p:sp>
      <p:sp>
        <p:nvSpPr>
          <p:cNvPr id="8" name="Shape 5"/>
          <p:cNvSpPr/>
          <p:nvPr/>
        </p:nvSpPr>
        <p:spPr>
          <a:xfrm>
            <a:off x="347472" y="960120"/>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347472" y="960120"/>
            <a:ext cx="73152" cy="886968"/>
          </a:xfrm>
          <a:prstGeom prst="rect">
            <a:avLst/>
          </a:prstGeom>
          <a:solidFill>
            <a:srgbClr val="27AE60"/>
          </a:solidFill>
          <a:ln w="12700">
            <a:solidFill>
              <a:srgbClr val="27AE60"/>
            </a:solidFill>
            <a:prstDash val="solid"/>
          </a:ln>
        </p:spPr>
        <p:txBody>
          <a:bodyPr/>
          <a:lstStyle/>
          <a:p>
            <a:endParaRPr lang="pt-PT"/>
          </a:p>
        </p:txBody>
      </p:sp>
      <p:sp>
        <p:nvSpPr>
          <p:cNvPr id="10" name="Text 7"/>
          <p:cNvSpPr/>
          <p:nvPr/>
        </p:nvSpPr>
        <p:spPr>
          <a:xfrm>
            <a:off x="484632" y="1005840"/>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Bug vs Grass</a:t>
            </a:r>
            <a:endParaRPr lang="en-US" sz="1200" dirty="0"/>
          </a:p>
        </p:txBody>
      </p:sp>
      <p:sp>
        <p:nvSpPr>
          <p:cNvPr id="11" name="Text 8"/>
          <p:cNvSpPr/>
          <p:nvPr/>
        </p:nvSpPr>
        <p:spPr>
          <a:xfrm>
            <a:off x="484632" y="1325880"/>
            <a:ext cx="3840480" cy="45720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Both dominated by green/yellow tones — colour histograms overlap heavily</a:t>
            </a:r>
            <a:endParaRPr lang="en-US" sz="1100" dirty="0"/>
          </a:p>
        </p:txBody>
      </p:sp>
      <p:sp>
        <p:nvSpPr>
          <p:cNvPr id="12" name="Shape 9"/>
          <p:cNvSpPr/>
          <p:nvPr/>
        </p:nvSpPr>
        <p:spPr>
          <a:xfrm>
            <a:off x="347472" y="1984248"/>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347472" y="1984248"/>
            <a:ext cx="73152" cy="886968"/>
          </a:xfrm>
          <a:prstGeom prst="rect">
            <a:avLst/>
          </a:prstGeom>
          <a:solidFill>
            <a:srgbClr val="3D5A73"/>
          </a:solidFill>
          <a:ln w="12700">
            <a:solidFill>
              <a:srgbClr val="3D5A73"/>
            </a:solidFill>
            <a:prstDash val="solid"/>
          </a:ln>
        </p:spPr>
        <p:txBody>
          <a:bodyPr/>
          <a:lstStyle/>
          <a:p>
            <a:endParaRPr lang="pt-PT"/>
          </a:p>
        </p:txBody>
      </p:sp>
      <p:sp>
        <p:nvSpPr>
          <p:cNvPr id="14" name="Text 11"/>
          <p:cNvSpPr/>
          <p:nvPr/>
        </p:nvSpPr>
        <p:spPr>
          <a:xfrm>
            <a:off x="484632" y="2029968"/>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Fighting vs Normal</a:t>
            </a:r>
            <a:endParaRPr lang="en-US" sz="1200" dirty="0"/>
          </a:p>
        </p:txBody>
      </p:sp>
      <p:sp>
        <p:nvSpPr>
          <p:cNvPr id="15" name="Text 12"/>
          <p:cNvSpPr/>
          <p:nvPr/>
        </p:nvSpPr>
        <p:spPr>
          <a:xfrm>
            <a:off x="484632" y="2350008"/>
            <a:ext cx="3840480" cy="45720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Humanoid silhouettes — MLP ignores spatial layout so both look similar</a:t>
            </a:r>
            <a:endParaRPr lang="en-US" sz="1100" dirty="0"/>
          </a:p>
        </p:txBody>
      </p:sp>
      <p:sp>
        <p:nvSpPr>
          <p:cNvPr id="16" name="Shape 13"/>
          <p:cNvSpPr/>
          <p:nvPr/>
        </p:nvSpPr>
        <p:spPr>
          <a:xfrm>
            <a:off x="347472" y="3008376"/>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347472" y="3008376"/>
            <a:ext cx="73152" cy="886968"/>
          </a:xfrm>
          <a:prstGeom prst="rect">
            <a:avLst/>
          </a:prstGeom>
          <a:solidFill>
            <a:srgbClr val="E97C35"/>
          </a:solidFill>
          <a:ln w="12700">
            <a:solidFill>
              <a:srgbClr val="E97C35"/>
            </a:solidFill>
            <a:prstDash val="solid"/>
          </a:ln>
        </p:spPr>
        <p:txBody>
          <a:bodyPr/>
          <a:lstStyle/>
          <a:p>
            <a:endParaRPr lang="pt-PT"/>
          </a:p>
        </p:txBody>
      </p:sp>
      <p:sp>
        <p:nvSpPr>
          <p:cNvPr id="18" name="Text 15"/>
          <p:cNvSpPr/>
          <p:nvPr/>
        </p:nvSpPr>
        <p:spPr>
          <a:xfrm>
            <a:off x="484632" y="3054096"/>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Rock vs Ground</a:t>
            </a:r>
            <a:endParaRPr lang="en-US" sz="1200" dirty="0"/>
          </a:p>
        </p:txBody>
      </p:sp>
      <p:sp>
        <p:nvSpPr>
          <p:cNvPr id="19" name="Text 16"/>
          <p:cNvSpPr/>
          <p:nvPr/>
        </p:nvSpPr>
        <p:spPr>
          <a:xfrm>
            <a:off x="484632" y="3374136"/>
            <a:ext cx="3840480" cy="45720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Brown/grey palettes — hardest confusion pair in our results</a:t>
            </a:r>
            <a:endParaRPr lang="en-US" sz="1100" dirty="0"/>
          </a:p>
        </p:txBody>
      </p:sp>
      <p:sp>
        <p:nvSpPr>
          <p:cNvPr id="20" name="Shape 17"/>
          <p:cNvSpPr/>
          <p:nvPr/>
        </p:nvSpPr>
        <p:spPr>
          <a:xfrm>
            <a:off x="347472" y="4032504"/>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347472" y="4032504"/>
            <a:ext cx="73152" cy="886968"/>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484632" y="4078224"/>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Real backgrounds</a:t>
            </a:r>
            <a:endParaRPr lang="en-US" sz="1200" dirty="0"/>
          </a:p>
        </p:txBody>
      </p:sp>
      <p:sp>
        <p:nvSpPr>
          <p:cNvPr id="23" name="Text 20"/>
          <p:cNvSpPr/>
          <p:nvPr/>
        </p:nvSpPr>
        <p:spPr>
          <a:xfrm>
            <a:off x="484632" y="4398264"/>
            <a:ext cx="3840480" cy="45720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Sprites on street photos — random background noise adds pixel variability</a:t>
            </a:r>
            <a:endParaRPr lang="en-US" sz="1100" dirty="0"/>
          </a:p>
        </p:txBody>
      </p:sp>
      <p:sp>
        <p:nvSpPr>
          <p:cNvPr id="24" name="Shape 2">
            <a:extLst>
              <a:ext uri="{FF2B5EF4-FFF2-40B4-BE49-F238E27FC236}">
                <a16:creationId xmlns:a16="http://schemas.microsoft.com/office/drawing/2014/main" id="{2F97FC88-A779-E46F-BB54-4E97E9A34943}"/>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5" name="Rectangle: Rounded Corners 24">
            <a:extLst>
              <a:ext uri="{FF2B5EF4-FFF2-40B4-BE49-F238E27FC236}">
                <a16:creationId xmlns:a16="http://schemas.microsoft.com/office/drawing/2014/main" id="{81768029-3B54-F34F-8012-C0D24DD3DC66}"/>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pic>
        <p:nvPicPr>
          <p:cNvPr id="27" name="Picture 26">
            <a:extLst>
              <a:ext uri="{FF2B5EF4-FFF2-40B4-BE49-F238E27FC236}">
                <a16:creationId xmlns:a16="http://schemas.microsoft.com/office/drawing/2014/main" id="{0B8A0DFE-3DE1-15D9-A237-72DB73AEBD07}"/>
              </a:ext>
            </a:extLst>
          </p:cNvPr>
          <p:cNvPicPr>
            <a:picLocks noChangeAspect="1"/>
          </p:cNvPicPr>
          <p:nvPr/>
        </p:nvPicPr>
        <p:blipFill>
          <a:blip r:embed="rId3"/>
          <a:stretch>
            <a:fillRect/>
          </a:stretch>
        </p:blipFill>
        <p:spPr>
          <a:xfrm>
            <a:off x="4572000" y="301667"/>
            <a:ext cx="2372972" cy="4826763"/>
          </a:xfrm>
          <a:prstGeom prst="rect">
            <a:avLst/>
          </a:prstGeom>
        </p:spPr>
      </p:pic>
      <p:sp>
        <p:nvSpPr>
          <p:cNvPr id="29" name="TextBox 28">
            <a:extLst>
              <a:ext uri="{FF2B5EF4-FFF2-40B4-BE49-F238E27FC236}">
                <a16:creationId xmlns:a16="http://schemas.microsoft.com/office/drawing/2014/main" id="{224F8F92-0060-1C99-43D7-5A8A01C5F7FD}"/>
              </a:ext>
            </a:extLst>
          </p:cNvPr>
          <p:cNvSpPr txBox="1"/>
          <p:nvPr/>
        </p:nvSpPr>
        <p:spPr>
          <a:xfrm>
            <a:off x="6882547" y="588305"/>
            <a:ext cx="2173165" cy="4593758"/>
          </a:xfrm>
          <a:prstGeom prst="rect">
            <a:avLst/>
          </a:prstGeom>
          <a:noFill/>
        </p:spPr>
        <p:txBody>
          <a:bodyPr wrap="square">
            <a:spAutoFit/>
          </a:bodyPr>
          <a:lstStyle/>
          <a:p>
            <a:pPr>
              <a:lnSpc>
                <a:spcPts val="1425"/>
              </a:lnSpc>
            </a:pPr>
            <a:r>
              <a:rPr lang="pt-PT" dirty="0">
                <a:solidFill>
                  <a:schemeClr val="bg1"/>
                </a:solidFill>
                <a:latin typeface="Consolas" panose="020B0609020204030204" pitchFamily="49" charset="0"/>
              </a:rPr>
              <a:t>🐛 Bug</a:t>
            </a:r>
          </a:p>
          <a:p>
            <a:pPr>
              <a:lnSpc>
                <a:spcPts val="1425"/>
              </a:lnSpc>
            </a:pPr>
            <a:r>
              <a:rPr lang="pt-PT" dirty="0">
                <a:solidFill>
                  <a:schemeClr val="bg1"/>
                </a:solidFill>
                <a:latin typeface="Consolas" panose="020B0609020204030204" pitchFamily="49" charset="0"/>
              </a:rPr>
              <a:t> </a:t>
            </a: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Fighting</a:t>
            </a:r>
            <a:endParaRPr lang="pt-PT" dirty="0">
              <a:solidFill>
                <a:schemeClr val="bg1"/>
              </a:solidFill>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sz="4000" b="0" dirty="0">
              <a:solidFill>
                <a:schemeClr val="bg1"/>
              </a:solidFill>
              <a:effectLst/>
              <a:latin typeface="Consolas" panose="020B0609020204030204" pitchFamily="49" charset="0"/>
            </a:endParaRPr>
          </a:p>
          <a:p>
            <a:pPr>
              <a:lnSpc>
                <a:spcPts val="1425"/>
              </a:lnSpc>
              <a:buNone/>
            </a:pPr>
            <a:r>
              <a:rPr lang="pt-PT" b="0" dirty="0">
                <a:solidFill>
                  <a:schemeClr val="bg1"/>
                </a:solidFill>
                <a:effectLst/>
                <a:latin typeface="Consolas" panose="020B0609020204030204" pitchFamily="49" charset="0"/>
              </a:rPr>
              <a:t>🔥 </a:t>
            </a:r>
            <a:r>
              <a:rPr lang="pt-PT" b="0" dirty="0" err="1">
                <a:solidFill>
                  <a:schemeClr val="bg1"/>
                </a:solidFill>
                <a:effectLst/>
                <a:latin typeface="Consolas" panose="020B0609020204030204" pitchFamily="49" charset="0"/>
              </a:rPr>
              <a:t>Fire</a:t>
            </a:r>
            <a:endParaRPr lang="pt-PT" b="0" dirty="0">
              <a:solidFill>
                <a:schemeClr val="bg1"/>
              </a:solidFill>
              <a:effectLst/>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Grass</a:t>
            </a:r>
            <a:r>
              <a:rPr lang="pt-PT" dirty="0">
                <a:solidFill>
                  <a:schemeClr val="bg1"/>
                </a:solidFill>
                <a:latin typeface="Consolas" panose="020B0609020204030204" pitchFamily="49" charset="0"/>
              </a:rPr>
              <a:t> </a:t>
            </a:r>
          </a:p>
          <a:p>
            <a:pPr>
              <a:lnSpc>
                <a:spcPts val="1425"/>
              </a:lnSpc>
              <a:buNone/>
            </a:pPr>
            <a:endParaRPr lang="pt-PT" b="0" dirty="0">
              <a:solidFill>
                <a:schemeClr val="bg1"/>
              </a:solidFill>
              <a:effectLst/>
              <a:latin typeface="Consolas" panose="020B0609020204030204" pitchFamily="49" charset="0"/>
            </a:endParaRP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Ground</a:t>
            </a:r>
            <a:endParaRPr lang="pt-PT" dirty="0">
              <a:solidFill>
                <a:schemeClr val="bg1"/>
              </a:solidFill>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r>
              <a:rPr lang="pt-PT" b="0" dirty="0">
                <a:solidFill>
                  <a:schemeClr val="bg1"/>
                </a:solidFill>
                <a:effectLst/>
                <a:latin typeface="Consolas" panose="020B0609020204030204" pitchFamily="49" charset="0"/>
              </a:rPr>
              <a:t>😐 Normal </a:t>
            </a: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dirty="0">
              <a:solidFill>
                <a:schemeClr val="bg1"/>
              </a:solidFill>
              <a:latin typeface="Consolas" panose="020B0609020204030204" pitchFamily="49" charset="0"/>
            </a:endParaRPr>
          </a:p>
          <a:p>
            <a:pPr>
              <a:lnSpc>
                <a:spcPts val="1425"/>
              </a:lnSpc>
              <a:buNone/>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Poison</a:t>
            </a:r>
            <a:endParaRPr lang="pt-PT" dirty="0">
              <a:solidFill>
                <a:schemeClr val="bg1"/>
              </a:solidFill>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r>
              <a:rPr lang="pt-PT" dirty="0">
                <a:solidFill>
                  <a:schemeClr val="bg1"/>
                </a:solidFill>
                <a:latin typeface="Consolas" panose="020B0609020204030204" pitchFamily="49" charset="0"/>
              </a:rPr>
              <a:t> 🗿	</a:t>
            </a:r>
            <a:r>
              <a:rPr lang="pt-PT" b="0" dirty="0">
                <a:solidFill>
                  <a:schemeClr val="bg1"/>
                </a:solidFill>
                <a:effectLst/>
                <a:latin typeface="Consolas" panose="020B0609020204030204" pitchFamily="49" charset="0"/>
              </a:rPr>
              <a:t>Rock</a:t>
            </a:r>
          </a:p>
          <a:p>
            <a:pPr>
              <a:lnSpc>
                <a:spcPts val="1425"/>
              </a:lnSpc>
              <a:buNone/>
            </a:pPr>
            <a:endParaRPr lang="pt-PT" dirty="0">
              <a:solidFill>
                <a:schemeClr val="bg1"/>
              </a:solidFill>
              <a:latin typeface="Consolas" panose="020B0609020204030204" pitchFamily="49" charset="0"/>
            </a:endParaRP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 </a:t>
            </a:r>
            <a:r>
              <a:rPr lang="pt-PT" dirty="0" err="1">
                <a:solidFill>
                  <a:schemeClr val="bg1"/>
                </a:solidFill>
                <a:latin typeface="Consolas" panose="020B0609020204030204" pitchFamily="49" charset="0"/>
              </a:rPr>
              <a:t>Water</a:t>
            </a:r>
            <a:r>
              <a:rPr lang="pt-PT" dirty="0">
                <a:solidFill>
                  <a:schemeClr val="bg1"/>
                </a:solidFill>
                <a:latin typeface="Consolas" panose="020B0609020204030204" pitchFamily="49" charset="0"/>
              </a:rPr>
              <a:t> </a:t>
            </a:r>
            <a:r>
              <a:rPr lang="pt-PT" b="0" dirty="0">
                <a:solidFill>
                  <a:schemeClr val="bg1"/>
                </a:solidFill>
                <a:effectLst/>
                <a:latin typeface="Consolas" panose="020B0609020204030204" pitchFamily="49" charset="0"/>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Average Image Per Class &amp; Pixel Statistics</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Average image per class — blurriness reveals intra-class variance </a:t>
            </a:r>
            <a:r>
              <a:rPr lang="en-US" sz="1200" dirty="0">
                <a:solidFill>
                  <a:srgbClr val="3D5A73"/>
                </a:solidFill>
                <a:latin typeface="Calibri" pitchFamily="34" charset="0"/>
                <a:ea typeface="Calibri" pitchFamily="34" charset="-122"/>
                <a:cs typeface="Calibri" pitchFamily="34" charset="-120"/>
              </a:rPr>
              <a:t>(e.g.: we can expect that Fire will be more correctly identified)</a:t>
            </a:r>
            <a:endParaRPr lang="en-US" sz="1200" dirty="0"/>
          </a:p>
        </p:txBody>
      </p:sp>
      <p:pic>
        <p:nvPicPr>
          <p:cNvPr id="7" name="Image 0" descr="/mnt/user-data/uploads/plot_average_image_per_class.png"/>
          <p:cNvPicPr>
            <a:picLocks noChangeAspect="1"/>
          </p:cNvPicPr>
          <p:nvPr/>
        </p:nvPicPr>
        <p:blipFill>
          <a:blip r:embed="rId3"/>
          <a:stretch>
            <a:fillRect/>
          </a:stretch>
        </p:blipFill>
        <p:spPr>
          <a:xfrm>
            <a:off x="274320" y="1005840"/>
            <a:ext cx="8595360" cy="1417320"/>
          </a:xfrm>
          <a:prstGeom prst="rect">
            <a:avLst/>
          </a:prstGeom>
        </p:spPr>
      </p:pic>
      <p:sp>
        <p:nvSpPr>
          <p:cNvPr id="8" name="Text 5"/>
          <p:cNvSpPr/>
          <p:nvPr/>
        </p:nvSpPr>
        <p:spPr>
          <a:xfrm>
            <a:off x="365760" y="25786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Per-channel mean &amp; standard deviation (train split, no leakage)</a:t>
            </a:r>
            <a:endParaRPr lang="en-US" sz="1200" dirty="0"/>
          </a:p>
        </p:txBody>
      </p:sp>
      <p:pic>
        <p:nvPicPr>
          <p:cNvPr id="9" name="Image 1" descr="/mnt/user-data/uploads/plot_pixel_statistics.png"/>
          <p:cNvPicPr>
            <a:picLocks noChangeAspect="1"/>
          </p:cNvPicPr>
          <p:nvPr/>
        </p:nvPicPr>
        <p:blipFill>
          <a:blip r:embed="rId4"/>
          <a:stretch>
            <a:fillRect/>
          </a:stretch>
        </p:blipFill>
        <p:spPr>
          <a:xfrm>
            <a:off x="274320" y="2834640"/>
            <a:ext cx="4572000" cy="210312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2869798500"/>
              </p:ext>
            </p:extLst>
          </p:nvPr>
        </p:nvGraphicFramePr>
        <p:xfrm>
          <a:off x="5074920" y="2834640"/>
          <a:ext cx="3749040" cy="1316736"/>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Std</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ImageNet 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0.257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0.485</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0.445</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0.246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0.456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0.266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0.406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6"/>
          <p:cNvSpPr/>
          <p:nvPr/>
        </p:nvSpPr>
        <p:spPr>
          <a:xfrm>
            <a:off x="5074920" y="4315968"/>
            <a:ext cx="3749040" cy="621792"/>
          </a:xfrm>
          <a:prstGeom prst="rect">
            <a:avLst/>
          </a:prstGeom>
          <a:solidFill>
            <a:srgbClr val="E8F8F5"/>
          </a:solidFill>
          <a:ln w="7620">
            <a:solidFill>
              <a:srgbClr val="00A896"/>
            </a:solidFill>
            <a:prstDash val="solid"/>
          </a:ln>
        </p:spPr>
        <p:txBody>
          <a:bodyPr/>
          <a:lstStyle/>
          <a:p>
            <a:endParaRPr lang="pt-PT"/>
          </a:p>
        </p:txBody>
      </p:sp>
      <p:sp>
        <p:nvSpPr>
          <p:cNvPr id="12" name="Text 7"/>
          <p:cNvSpPr/>
          <p:nvPr/>
        </p:nvSpPr>
        <p:spPr>
          <a:xfrm>
            <a:off x="5136132" y="4335843"/>
            <a:ext cx="3749040" cy="576072"/>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&lt; 0.05 difference on all channels between our data set and ImageNet </a:t>
            </a:r>
          </a:p>
          <a:p>
            <a:r>
              <a:rPr lang="en-US" sz="1000" dirty="0">
                <a:solidFill>
                  <a:srgbClr val="1A2B3C"/>
                </a:solidFill>
                <a:latin typeface="Calibri" pitchFamily="34" charset="0"/>
                <a:ea typeface="Calibri" pitchFamily="34" charset="-122"/>
                <a:cs typeface="Calibri" pitchFamily="34" charset="-120"/>
              </a:rPr>
              <a:t>   - Stats computed from train split only: no val leakage.</a:t>
            </a:r>
          </a:p>
          <a:p>
            <a:r>
              <a:rPr lang="en-US" sz="1000" dirty="0">
                <a:solidFill>
                  <a:srgbClr val="1A2B3C"/>
                </a:solidFill>
                <a:latin typeface="Calibri" pitchFamily="34" charset="0"/>
                <a:ea typeface="Calibri" pitchFamily="34" charset="-122"/>
                <a:cs typeface="Calibri" pitchFamily="34" charset="-120"/>
              </a:rPr>
              <a:t>   - ImageNet </a:t>
            </a:r>
            <a:r>
              <a:rPr lang="en-US" sz="1000" dirty="0" err="1">
                <a:solidFill>
                  <a:srgbClr val="1A2B3C"/>
                </a:solidFill>
                <a:latin typeface="Calibri" pitchFamily="34" charset="0"/>
                <a:ea typeface="Calibri" pitchFamily="34" charset="-122"/>
                <a:cs typeface="Calibri" pitchFamily="34" charset="-120"/>
              </a:rPr>
              <a:t>normalisation</a:t>
            </a:r>
            <a:r>
              <a:rPr lang="en-US" sz="1000" dirty="0">
                <a:solidFill>
                  <a:srgbClr val="1A2B3C"/>
                </a:solidFill>
                <a:latin typeface="Calibri" pitchFamily="34" charset="0"/>
                <a:ea typeface="Calibri" pitchFamily="34" charset="-122"/>
                <a:cs typeface="Calibri" pitchFamily="34" charset="-120"/>
              </a:rPr>
              <a:t> is acceptable, and possibly useful for task 3. </a:t>
            </a:r>
            <a:endParaRPr lang="en-US" sz="1000" dirty="0"/>
          </a:p>
        </p:txBody>
      </p:sp>
      <p:sp>
        <p:nvSpPr>
          <p:cNvPr id="13" name="Shape 2">
            <a:extLst>
              <a:ext uri="{FF2B5EF4-FFF2-40B4-BE49-F238E27FC236}">
                <a16:creationId xmlns:a16="http://schemas.microsoft.com/office/drawing/2014/main" id="{38A8D6A8-AD5B-DFFE-60A6-0C54690D0F66}"/>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4" name="Rectangle: Rounded Corners 13">
            <a:extLst>
              <a:ext uri="{FF2B5EF4-FFF2-40B4-BE49-F238E27FC236}">
                <a16:creationId xmlns:a16="http://schemas.microsoft.com/office/drawing/2014/main" id="{99F783A6-E811-D1C2-14F7-FA91D7440BE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sp>
        <p:nvSpPr>
          <p:cNvPr id="15" name="TextBox 14">
            <a:extLst>
              <a:ext uri="{FF2B5EF4-FFF2-40B4-BE49-F238E27FC236}">
                <a16:creationId xmlns:a16="http://schemas.microsoft.com/office/drawing/2014/main" id="{1F16FE53-248E-A4A6-82B9-ACD4A4EDEF7F}"/>
              </a:ext>
            </a:extLst>
          </p:cNvPr>
          <p:cNvSpPr txBox="1"/>
          <p:nvPr/>
        </p:nvSpPr>
        <p:spPr>
          <a:xfrm>
            <a:off x="306627" y="1033272"/>
            <a:ext cx="8517334" cy="262380"/>
          </a:xfrm>
          <a:prstGeom prst="rect">
            <a:avLst/>
          </a:prstGeom>
          <a:solidFill>
            <a:schemeClr val="tx1"/>
          </a:solidFill>
        </p:spPr>
        <p:txBody>
          <a:bodyPr wrap="square">
            <a:spAutoFit/>
          </a:bodyPr>
          <a:lstStyle/>
          <a:p>
            <a:pPr>
              <a:lnSpc>
                <a:spcPts val="1425"/>
              </a:lnSpc>
            </a:pPr>
            <a:r>
              <a:rPr lang="pt-PT" sz="1100" dirty="0">
                <a:solidFill>
                  <a:schemeClr val="bg1"/>
                </a:solidFill>
                <a:latin typeface="Consolas" panose="020B0609020204030204" pitchFamily="49" charset="0"/>
              </a:rPr>
              <a:t>🐛 Bug	⚔️ </a:t>
            </a:r>
            <a:r>
              <a:rPr lang="pt-PT" sz="1100" dirty="0" err="1">
                <a:solidFill>
                  <a:schemeClr val="bg1"/>
                </a:solidFill>
                <a:latin typeface="Consolas" panose="020B0609020204030204" pitchFamily="49" charset="0"/>
              </a:rPr>
              <a:t>Fighting</a:t>
            </a:r>
            <a:r>
              <a:rPr lang="pt-PT" sz="1100" dirty="0">
                <a:solidFill>
                  <a:schemeClr val="bg1"/>
                </a:solidFill>
                <a:latin typeface="Consolas" panose="020B0609020204030204" pitchFamily="49" charset="0"/>
              </a:rPr>
              <a:t>	 </a:t>
            </a:r>
            <a:r>
              <a:rPr lang="pt-PT" sz="1100" b="0" dirty="0">
                <a:solidFill>
                  <a:schemeClr val="bg1"/>
                </a:solidFill>
                <a:effectLst/>
                <a:latin typeface="Consolas" panose="020B0609020204030204" pitchFamily="49" charset="0"/>
              </a:rPr>
              <a:t>🔥 </a:t>
            </a:r>
            <a:r>
              <a:rPr lang="pt-PT" sz="1100" b="0" dirty="0" err="1">
                <a:solidFill>
                  <a:schemeClr val="bg1"/>
                </a:solidFill>
                <a:effectLst/>
                <a:latin typeface="Consolas" panose="020B0609020204030204" pitchFamily="49" charset="0"/>
              </a:rPr>
              <a:t>Fire</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a:t>
            </a:r>
            <a:r>
              <a:rPr lang="pt-PT" sz="1100" dirty="0" err="1">
                <a:solidFill>
                  <a:schemeClr val="bg1"/>
                </a:solidFill>
                <a:latin typeface="Consolas" panose="020B0609020204030204" pitchFamily="49" charset="0"/>
              </a:rPr>
              <a:t>Grass</a:t>
            </a:r>
            <a:r>
              <a:rPr lang="pt-PT" sz="1100" dirty="0">
                <a:solidFill>
                  <a:schemeClr val="bg1"/>
                </a:solidFill>
                <a:latin typeface="Consolas" panose="020B0609020204030204" pitchFamily="49" charset="0"/>
              </a:rPr>
              <a:t>     🌍 </a:t>
            </a:r>
            <a:r>
              <a:rPr lang="pt-PT" sz="1100" dirty="0" err="1">
                <a:solidFill>
                  <a:schemeClr val="bg1"/>
                </a:solidFill>
                <a:latin typeface="Consolas" panose="020B0609020204030204" pitchFamily="49" charset="0"/>
              </a:rPr>
              <a:t>Ground</a:t>
            </a:r>
            <a:r>
              <a:rPr lang="pt-PT" sz="1100" dirty="0">
                <a:solidFill>
                  <a:schemeClr val="bg1"/>
                </a:solidFill>
                <a:latin typeface="Consolas" panose="020B0609020204030204" pitchFamily="49" charset="0"/>
              </a:rPr>
              <a:t>   </a:t>
            </a:r>
            <a:r>
              <a:rPr lang="pt-PT" sz="1100" b="0" dirty="0">
                <a:solidFill>
                  <a:schemeClr val="bg1"/>
                </a:solidFill>
                <a:effectLst/>
                <a:latin typeface="Consolas" panose="020B0609020204030204" pitchFamily="49" charset="0"/>
              </a:rPr>
              <a:t>😐 Normal  </a:t>
            </a:r>
            <a:r>
              <a:rPr lang="pt-PT" sz="1100" dirty="0">
                <a:solidFill>
                  <a:schemeClr val="bg1"/>
                </a:solidFill>
                <a:latin typeface="Consolas" panose="020B0609020204030204" pitchFamily="49" charset="0"/>
              </a:rPr>
              <a:t>☠️ </a:t>
            </a:r>
            <a:r>
              <a:rPr lang="pt-PT" sz="1100" dirty="0" err="1">
                <a:solidFill>
                  <a:schemeClr val="bg1"/>
                </a:solidFill>
                <a:latin typeface="Consolas" panose="020B0609020204030204" pitchFamily="49" charset="0"/>
              </a:rPr>
              <a:t>Poison</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Rock      </a:t>
            </a:r>
            <a:r>
              <a:rPr lang="pt-PT" sz="1100" dirty="0">
                <a:solidFill>
                  <a:schemeClr val="bg1"/>
                </a:solidFill>
                <a:latin typeface="Consolas" panose="020B0609020204030204" pitchFamily="49" charset="0"/>
              </a:rPr>
              <a:t>💧 </a:t>
            </a:r>
            <a:r>
              <a:rPr lang="pt-PT" sz="1100" dirty="0" err="1">
                <a:solidFill>
                  <a:schemeClr val="bg1"/>
                </a:solidFill>
                <a:latin typeface="Consolas" panose="020B0609020204030204" pitchFamily="49" charset="0"/>
              </a:rPr>
              <a:t>Water</a:t>
            </a:r>
            <a:endParaRPr lang="pt-PT" sz="1100" b="0" dirty="0">
              <a:solidFill>
                <a:schemeClr val="bg1"/>
              </a:solidFill>
              <a:effectLst/>
              <a:latin typeface="Consolas" panose="020B0609020204030204" pitchFamily="49"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Pixel Intensity Distribution</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7" name="Shape 4"/>
          <p:cNvSpPr/>
          <p:nvPr/>
        </p:nvSpPr>
        <p:spPr>
          <a:xfrm>
            <a:off x="5745897" y="703398"/>
            <a:ext cx="3154680" cy="12344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5"/>
          <p:cNvSpPr/>
          <p:nvPr/>
        </p:nvSpPr>
        <p:spPr>
          <a:xfrm>
            <a:off x="5745897" y="703398"/>
            <a:ext cx="73152" cy="1234440"/>
          </a:xfrm>
          <a:prstGeom prst="rect">
            <a:avLst/>
          </a:prstGeom>
          <a:solidFill>
            <a:srgbClr val="00A896"/>
          </a:solidFill>
          <a:ln w="12700">
            <a:solidFill>
              <a:srgbClr val="00A896"/>
            </a:solidFill>
            <a:prstDash val="solid"/>
          </a:ln>
        </p:spPr>
        <p:txBody>
          <a:bodyPr/>
          <a:lstStyle/>
          <a:p>
            <a:endParaRPr lang="pt-PT"/>
          </a:p>
        </p:txBody>
      </p:sp>
      <p:sp>
        <p:nvSpPr>
          <p:cNvPr id="9" name="Text 6"/>
          <p:cNvSpPr/>
          <p:nvPr/>
        </p:nvSpPr>
        <p:spPr>
          <a:xfrm>
            <a:off x="5883057" y="758262"/>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Bimodal distribution</a:t>
            </a:r>
            <a:endParaRPr lang="en-US" sz="1200" dirty="0"/>
          </a:p>
        </p:txBody>
      </p:sp>
      <p:sp>
        <p:nvSpPr>
          <p:cNvPr id="10" name="Text 7"/>
          <p:cNvSpPr/>
          <p:nvPr/>
        </p:nvSpPr>
        <p:spPr>
          <a:xfrm>
            <a:off x="5883057" y="1105734"/>
            <a:ext cx="2834640" cy="768096"/>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Two peaks: dark backgrounds (~50) and bright sprites (~200). Pokémon dataset is brighter overall than ImageNet.</a:t>
            </a:r>
            <a:endParaRPr lang="en-US" sz="1100" dirty="0"/>
          </a:p>
        </p:txBody>
      </p:sp>
      <p:sp>
        <p:nvSpPr>
          <p:cNvPr id="11" name="Shape 8"/>
          <p:cNvSpPr/>
          <p:nvPr/>
        </p:nvSpPr>
        <p:spPr>
          <a:xfrm>
            <a:off x="5745897" y="2093286"/>
            <a:ext cx="3154680" cy="2830927"/>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9"/>
          <p:cNvSpPr/>
          <p:nvPr/>
        </p:nvSpPr>
        <p:spPr>
          <a:xfrm>
            <a:off x="5745897" y="2093286"/>
            <a:ext cx="73152" cy="2830927"/>
          </a:xfrm>
          <a:prstGeom prst="rect">
            <a:avLst/>
          </a:prstGeom>
          <a:solidFill>
            <a:srgbClr val="61B2E9"/>
          </a:solidFill>
          <a:ln w="12700">
            <a:noFill/>
            <a:prstDash val="solid"/>
          </a:ln>
        </p:spPr>
        <p:txBody>
          <a:bodyPr/>
          <a:lstStyle/>
          <a:p>
            <a:endParaRPr lang="pt-PT"/>
          </a:p>
        </p:txBody>
      </p:sp>
      <p:sp>
        <p:nvSpPr>
          <p:cNvPr id="13" name="Text 10"/>
          <p:cNvSpPr/>
          <p:nvPr/>
        </p:nvSpPr>
        <p:spPr>
          <a:xfrm>
            <a:off x="5883057" y="2148150"/>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 channel prominent at high values</a:t>
            </a:r>
            <a:endParaRPr lang="en-US" sz="1200" dirty="0"/>
          </a:p>
        </p:txBody>
      </p:sp>
      <p:sp>
        <p:nvSpPr>
          <p:cNvPr id="14" name="Text 11"/>
          <p:cNvSpPr/>
          <p:nvPr/>
        </p:nvSpPr>
        <p:spPr>
          <a:xfrm>
            <a:off x="5883057" y="2308170"/>
            <a:ext cx="2834640" cy="768096"/>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Blue channel spikes above R and G near value 200 </a:t>
            </a:r>
          </a:p>
          <a:p>
            <a:pPr marL="0" indent="0">
              <a:buNone/>
            </a:pPr>
            <a:r>
              <a:rPr lang="en-US" sz="1100" dirty="0">
                <a:solidFill>
                  <a:srgbClr val="3D5A73"/>
                </a:solidFill>
                <a:latin typeface="Calibri" pitchFamily="34" charset="0"/>
                <a:ea typeface="Calibri" pitchFamily="34" charset="-122"/>
                <a:cs typeface="Calibri" pitchFamily="34" charset="-120"/>
              </a:rPr>
              <a:t>  — confirms blue bias (Water...)</a:t>
            </a:r>
            <a:endParaRPr lang="en-US" sz="1100" dirty="0"/>
          </a:p>
        </p:txBody>
      </p:sp>
      <p:sp>
        <p:nvSpPr>
          <p:cNvPr id="19" name="Shape 2">
            <a:extLst>
              <a:ext uri="{FF2B5EF4-FFF2-40B4-BE49-F238E27FC236}">
                <a16:creationId xmlns:a16="http://schemas.microsoft.com/office/drawing/2014/main" id="{4A2F4858-2B4E-F60A-6464-8E5498DD17F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0" name="Rectangle: Rounded Corners 19">
            <a:extLst>
              <a:ext uri="{FF2B5EF4-FFF2-40B4-BE49-F238E27FC236}">
                <a16:creationId xmlns:a16="http://schemas.microsoft.com/office/drawing/2014/main" id="{35889E4C-B4E3-3E35-3D0F-D1AFC8C0B52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pic>
        <p:nvPicPr>
          <p:cNvPr id="22" name="Picture 21">
            <a:extLst>
              <a:ext uri="{FF2B5EF4-FFF2-40B4-BE49-F238E27FC236}">
                <a16:creationId xmlns:a16="http://schemas.microsoft.com/office/drawing/2014/main" id="{8B965BCC-D636-2C74-C6C9-87F68CA6EDA5}"/>
              </a:ext>
            </a:extLst>
          </p:cNvPr>
          <p:cNvPicPr>
            <a:picLocks noChangeAspect="1"/>
          </p:cNvPicPr>
          <p:nvPr/>
        </p:nvPicPr>
        <p:blipFill>
          <a:blip r:embed="rId3"/>
          <a:stretch>
            <a:fillRect/>
          </a:stretch>
        </p:blipFill>
        <p:spPr>
          <a:xfrm>
            <a:off x="266073" y="1307592"/>
            <a:ext cx="5357488" cy="2642049"/>
          </a:xfrm>
          <a:prstGeom prst="rect">
            <a:avLst/>
          </a:prstGeom>
        </p:spPr>
      </p:pic>
      <p:pic>
        <p:nvPicPr>
          <p:cNvPr id="24" name="Picture 23">
            <a:extLst>
              <a:ext uri="{FF2B5EF4-FFF2-40B4-BE49-F238E27FC236}">
                <a16:creationId xmlns:a16="http://schemas.microsoft.com/office/drawing/2014/main" id="{5AB13EB0-BECB-44AE-DE79-7DBAA15D8838}"/>
              </a:ext>
            </a:extLst>
          </p:cNvPr>
          <p:cNvPicPr>
            <a:picLocks noChangeAspect="1"/>
          </p:cNvPicPr>
          <p:nvPr/>
        </p:nvPicPr>
        <p:blipFill>
          <a:blip r:embed="rId4"/>
          <a:stretch>
            <a:fillRect/>
          </a:stretch>
        </p:blipFill>
        <p:spPr>
          <a:xfrm>
            <a:off x="5964577" y="2968738"/>
            <a:ext cx="2893314" cy="1798381"/>
          </a:xfrm>
          <a:prstGeom prst="rect">
            <a:avLst/>
          </a:prstGeom>
          <a:effectLst/>
        </p:spPr>
      </p:pic>
      <p:sp>
        <p:nvSpPr>
          <p:cNvPr id="25" name="TextBox 24">
            <a:extLst>
              <a:ext uri="{FF2B5EF4-FFF2-40B4-BE49-F238E27FC236}">
                <a16:creationId xmlns:a16="http://schemas.microsoft.com/office/drawing/2014/main" id="{E43B9399-FAD0-58DC-DB83-B20432D6A3A6}"/>
              </a:ext>
            </a:extLst>
          </p:cNvPr>
          <p:cNvSpPr txBox="1"/>
          <p:nvPr/>
        </p:nvSpPr>
        <p:spPr>
          <a:xfrm>
            <a:off x="5782474" y="3054265"/>
            <a:ext cx="2173165" cy="1528688"/>
          </a:xfrm>
          <a:prstGeom prst="rect">
            <a:avLst/>
          </a:prstGeom>
          <a:noFill/>
        </p:spPr>
        <p:txBody>
          <a:bodyPr wrap="square">
            <a:spAutoFit/>
          </a:bodyPr>
          <a:lstStyle/>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buNone/>
            </a:pPr>
            <a:r>
              <a:rPr lang="pt-PT" sz="700" b="0" dirty="0">
                <a:solidFill>
                  <a:schemeClr val="bg1"/>
                </a:solidFill>
                <a:effectLst/>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t-SNE: Can Flat Pixels Separate the 9 Classes?</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pic>
        <p:nvPicPr>
          <p:cNvPr id="6" name="Image 0" descr="/mnt/user-data/uploads/plot_pca_tsne.png"/>
          <p:cNvPicPr>
            <a:picLocks noChangeAspect="1"/>
          </p:cNvPicPr>
          <p:nvPr/>
        </p:nvPicPr>
        <p:blipFill>
          <a:blip r:embed="rId3"/>
          <a:stretch>
            <a:fillRect/>
          </a:stretch>
        </p:blipFill>
        <p:spPr>
          <a:xfrm>
            <a:off x="274320" y="749808"/>
            <a:ext cx="5029200" cy="4160520"/>
          </a:xfrm>
          <a:prstGeom prst="rect">
            <a:avLst/>
          </a:prstGeom>
        </p:spPr>
      </p:pic>
      <p:sp>
        <p:nvSpPr>
          <p:cNvPr id="7" name="Shape 4"/>
          <p:cNvSpPr/>
          <p:nvPr/>
        </p:nvSpPr>
        <p:spPr>
          <a:xfrm>
            <a:off x="5532120" y="1293876"/>
            <a:ext cx="3337560" cy="1444752"/>
          </a:xfrm>
          <a:prstGeom prst="rect">
            <a:avLst/>
          </a:prstGeom>
          <a:solidFill>
            <a:srgbClr val="FEE8E7"/>
          </a:solidFill>
          <a:ln w="7620">
            <a:solidFill>
              <a:srgbClr val="E74C3C"/>
            </a:solidFill>
            <a:prstDash val="solid"/>
          </a:ln>
        </p:spPr>
        <p:txBody>
          <a:bodyPr/>
          <a:lstStyle/>
          <a:p>
            <a:endParaRPr lang="pt-PT"/>
          </a:p>
        </p:txBody>
      </p:sp>
      <p:sp>
        <p:nvSpPr>
          <p:cNvPr id="8" name="Shape 5"/>
          <p:cNvSpPr/>
          <p:nvPr/>
        </p:nvSpPr>
        <p:spPr>
          <a:xfrm>
            <a:off x="5532120" y="1293876"/>
            <a:ext cx="73152" cy="1444752"/>
          </a:xfrm>
          <a:prstGeom prst="rect">
            <a:avLst/>
          </a:prstGeom>
          <a:solidFill>
            <a:srgbClr val="E74C3C"/>
          </a:solidFill>
          <a:ln w="12700">
            <a:solidFill>
              <a:srgbClr val="E74C3C"/>
            </a:solidFill>
            <a:prstDash val="solid"/>
          </a:ln>
        </p:spPr>
        <p:txBody>
          <a:bodyPr/>
          <a:lstStyle/>
          <a:p>
            <a:endParaRPr lang="pt-PT"/>
          </a:p>
        </p:txBody>
      </p:sp>
      <p:sp>
        <p:nvSpPr>
          <p:cNvPr id="9" name="Text 6"/>
          <p:cNvSpPr/>
          <p:nvPr/>
        </p:nvSpPr>
        <p:spPr>
          <a:xfrm>
            <a:off x="5669280" y="1348740"/>
            <a:ext cx="3108960" cy="347472"/>
          </a:xfrm>
          <a:prstGeom prst="rect">
            <a:avLst/>
          </a:prstGeom>
          <a:noFill/>
          <a:ln/>
        </p:spPr>
        <p:txBody>
          <a:bodyPr wrap="square" lIns="0" tIns="0" rIns="0" bIns="0" rtlCol="0" anchor="ctr"/>
          <a:lstStyle/>
          <a:p>
            <a:pPr marL="0" indent="0">
              <a:buNone/>
            </a:pPr>
            <a:r>
              <a:rPr lang="en-US" sz="1300" b="1" dirty="0">
                <a:solidFill>
                  <a:srgbClr val="E74C3C"/>
                </a:solidFill>
                <a:latin typeface="Trebuchet MS" pitchFamily="34" charset="0"/>
                <a:ea typeface="Trebuchet MS" pitchFamily="34" charset="-122"/>
                <a:cs typeface="Trebuchet MS" pitchFamily="34" charset="-120"/>
              </a:rPr>
              <a:t>No clean clusters</a:t>
            </a:r>
            <a:endParaRPr lang="en-US" sz="1300" dirty="0"/>
          </a:p>
        </p:txBody>
      </p:sp>
      <p:sp>
        <p:nvSpPr>
          <p:cNvPr id="10" name="Text 7"/>
          <p:cNvSpPr/>
          <p:nvPr/>
        </p:nvSpPr>
        <p:spPr>
          <a:xfrm>
            <a:off x="5669280" y="1714500"/>
            <a:ext cx="3108960" cy="950976"/>
          </a:xfrm>
          <a:prstGeom prst="rect">
            <a:avLst/>
          </a:prstGeom>
          <a:noFill/>
          <a:ln/>
        </p:spPr>
        <p:txBody>
          <a:bodyPr wrap="square" lIns="0" tIns="0" rIns="0" bIns="0" rtlCol="0" anchor="ctr"/>
          <a:lstStyle/>
          <a:p>
            <a:pPr marL="0" indent="0">
              <a:buNone/>
            </a:pPr>
            <a:r>
              <a:rPr lang="en-US" sz="1100" dirty="0">
                <a:solidFill>
                  <a:srgbClr val="1A2B3C"/>
                </a:solidFill>
                <a:latin typeface="Calibri" pitchFamily="34" charset="0"/>
                <a:ea typeface="Calibri" pitchFamily="34" charset="-122"/>
                <a:cs typeface="Calibri" pitchFamily="34" charset="-120"/>
              </a:rPr>
              <a:t>All 9 types heavily overlap in flat pixel space. </a:t>
            </a:r>
          </a:p>
          <a:p>
            <a:pPr marL="0" indent="0">
              <a:buNone/>
            </a:pPr>
            <a:r>
              <a:rPr lang="en-US" sz="1100" dirty="0">
                <a:solidFill>
                  <a:srgbClr val="1A2B3C"/>
                </a:solidFill>
                <a:latin typeface="Calibri" pitchFamily="34" charset="0"/>
                <a:ea typeface="Calibri" pitchFamily="34" charset="-122"/>
                <a:cs typeface="Calibri" pitchFamily="34" charset="-120"/>
              </a:rPr>
              <a:t>Even with PCA-50 preprocessing, classes are not linearly separable.</a:t>
            </a:r>
            <a:endParaRPr lang="en-US" sz="1100" dirty="0"/>
          </a:p>
        </p:txBody>
      </p:sp>
      <p:sp>
        <p:nvSpPr>
          <p:cNvPr id="15" name="Shape 12"/>
          <p:cNvSpPr/>
          <p:nvPr/>
        </p:nvSpPr>
        <p:spPr>
          <a:xfrm>
            <a:off x="5532120" y="3063240"/>
            <a:ext cx="3337560" cy="1115568"/>
          </a:xfrm>
          <a:prstGeom prst="rect">
            <a:avLst/>
          </a:prstGeom>
          <a:solidFill>
            <a:srgbClr val="FFF3E0"/>
          </a:solidFill>
          <a:ln w="7620">
            <a:solidFill>
              <a:srgbClr val="E97C35"/>
            </a:solidFill>
            <a:prstDash val="solid"/>
          </a:ln>
        </p:spPr>
        <p:txBody>
          <a:bodyPr/>
          <a:lstStyle/>
          <a:p>
            <a:endParaRPr lang="pt-PT"/>
          </a:p>
        </p:txBody>
      </p:sp>
      <p:sp>
        <p:nvSpPr>
          <p:cNvPr id="16" name="Shape 13"/>
          <p:cNvSpPr/>
          <p:nvPr/>
        </p:nvSpPr>
        <p:spPr>
          <a:xfrm>
            <a:off x="5532120" y="3063240"/>
            <a:ext cx="73152" cy="1115568"/>
          </a:xfrm>
          <a:prstGeom prst="rect">
            <a:avLst/>
          </a:prstGeom>
          <a:solidFill>
            <a:srgbClr val="E97C35"/>
          </a:solidFill>
          <a:ln w="12700">
            <a:solidFill>
              <a:srgbClr val="E97C35"/>
            </a:solidFill>
            <a:prstDash val="solid"/>
          </a:ln>
        </p:spPr>
        <p:txBody>
          <a:bodyPr/>
          <a:lstStyle/>
          <a:p>
            <a:endParaRPr lang="pt-PT"/>
          </a:p>
        </p:txBody>
      </p:sp>
      <p:sp>
        <p:nvSpPr>
          <p:cNvPr id="17" name="Text 14"/>
          <p:cNvSpPr/>
          <p:nvPr/>
        </p:nvSpPr>
        <p:spPr>
          <a:xfrm>
            <a:off x="5669280" y="3118104"/>
            <a:ext cx="3108960" cy="320040"/>
          </a:xfrm>
          <a:prstGeom prst="rect">
            <a:avLst/>
          </a:prstGeom>
          <a:noFill/>
          <a:ln/>
        </p:spPr>
        <p:txBody>
          <a:bodyPr wrap="square" lIns="0" tIns="0" rIns="0" bIns="0" rtlCol="0" anchor="ctr"/>
          <a:lstStyle/>
          <a:p>
            <a:pPr marL="0" indent="0">
              <a:buNone/>
            </a:pPr>
            <a:r>
              <a:rPr lang="en-US" sz="1200" b="1" dirty="0">
                <a:solidFill>
                  <a:srgbClr val="E97C35"/>
                </a:solidFill>
                <a:latin typeface="Trebuchet MS" pitchFamily="34" charset="0"/>
                <a:ea typeface="Trebuchet MS" pitchFamily="34" charset="-122"/>
                <a:cs typeface="Trebuchet MS" pitchFamily="34" charset="-120"/>
              </a:rPr>
              <a:t>Direct motivation for CNN</a:t>
            </a:r>
            <a:endParaRPr lang="en-US" sz="1200" dirty="0"/>
          </a:p>
        </p:txBody>
      </p:sp>
      <p:sp>
        <p:nvSpPr>
          <p:cNvPr id="18" name="Text 15"/>
          <p:cNvSpPr/>
          <p:nvPr/>
        </p:nvSpPr>
        <p:spPr>
          <a:xfrm>
            <a:off x="5669280" y="3465576"/>
            <a:ext cx="3108960" cy="667512"/>
          </a:xfrm>
          <a:prstGeom prst="rect">
            <a:avLst/>
          </a:prstGeom>
          <a:noFill/>
          <a:ln/>
        </p:spPr>
        <p:txBody>
          <a:bodyPr wrap="square" lIns="0" tIns="0" rIns="0" bIns="0" rtlCol="0" anchor="ctr"/>
          <a:lstStyle/>
          <a:p>
            <a:pPr marL="0" indent="0">
              <a:buNone/>
            </a:pPr>
            <a:r>
              <a:rPr lang="en-US" sz="1100" dirty="0">
                <a:solidFill>
                  <a:srgbClr val="1A2B3C"/>
                </a:solidFill>
                <a:latin typeface="Calibri" pitchFamily="34" charset="0"/>
                <a:ea typeface="Calibri" pitchFamily="34" charset="-122"/>
                <a:cs typeface="Calibri" pitchFamily="34" charset="-120"/>
              </a:rPr>
              <a:t>This scatter is exactly why MLP hits a ceiling. </a:t>
            </a:r>
          </a:p>
          <a:p>
            <a:pPr marL="0" indent="0">
              <a:buNone/>
            </a:pPr>
            <a:r>
              <a:rPr lang="en-US" sz="1100" dirty="0">
                <a:solidFill>
                  <a:srgbClr val="1A2B3C"/>
                </a:solidFill>
                <a:latin typeface="Calibri" pitchFamily="34" charset="0"/>
                <a:ea typeface="Calibri" pitchFamily="34" charset="-122"/>
                <a:cs typeface="Calibri" pitchFamily="34" charset="-120"/>
              </a:rPr>
              <a:t>CNN adds spatial inductive bias — learns position</a:t>
            </a:r>
          </a:p>
          <a:p>
            <a:pPr marL="0" indent="0">
              <a:buNone/>
            </a:pPr>
            <a:r>
              <a:rPr lang="en-US" sz="1100" dirty="0">
                <a:solidFill>
                  <a:srgbClr val="1A2B3C"/>
                </a:solidFill>
                <a:latin typeface="Calibri" pitchFamily="34" charset="0"/>
                <a:ea typeface="Calibri" pitchFamily="34" charset="-122"/>
                <a:cs typeface="Calibri" pitchFamily="34" charset="-120"/>
              </a:rPr>
              <a:t>   » MLP physically cannot.</a:t>
            </a:r>
            <a:endParaRPr lang="en-US" sz="1100" dirty="0"/>
          </a:p>
        </p:txBody>
      </p:sp>
      <p:sp>
        <p:nvSpPr>
          <p:cNvPr id="19" name="Shape 2">
            <a:extLst>
              <a:ext uri="{FF2B5EF4-FFF2-40B4-BE49-F238E27FC236}">
                <a16:creationId xmlns:a16="http://schemas.microsoft.com/office/drawing/2014/main" id="{AB033768-3A18-83DB-B141-476BA2907D25}"/>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0" name="Rectangle: Rounded Corners 19">
            <a:extLst>
              <a:ext uri="{FF2B5EF4-FFF2-40B4-BE49-F238E27FC236}">
                <a16:creationId xmlns:a16="http://schemas.microsoft.com/office/drawing/2014/main" id="{2F3AA9F3-3B6A-358A-0A50-5A6035AD22F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12FD-8A88-7E3C-003F-FB521ABB58B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27774-99A8-6A50-9787-9CDDF0D644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221A4E8F-252D-CD53-1B4D-A230C6176559}"/>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B4A7E438-65B4-0936-3122-55D765DEE1A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1E2EE57-0C32-11FE-DE81-43C0472D8FD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CD83C3C-BC12-BF36-A466-D10D569A24B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D44035D-AB1C-53F3-0CCD-B524807CC57E}"/>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7C19D1E8-29E0-C8E9-DB41-05034A11BC46}"/>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2</a:t>
            </a:r>
            <a:endParaRPr lang="pt-PT" b="1" dirty="0"/>
          </a:p>
        </p:txBody>
      </p:sp>
      <p:cxnSp>
        <p:nvCxnSpPr>
          <p:cNvPr id="16" name="Straight Connector 15">
            <a:extLst>
              <a:ext uri="{FF2B5EF4-FFF2-40B4-BE49-F238E27FC236}">
                <a16:creationId xmlns:a16="http://schemas.microsoft.com/office/drawing/2014/main" id="{34917CEF-86E5-D829-841E-5B8C94B2AD23}"/>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3921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1942382885"/>
              </p:ext>
            </p:extLst>
          </p:nvPr>
        </p:nvGraphicFramePr>
        <p:xfrm>
          <a:off x="111124" y="1593556"/>
          <a:ext cx="8944587" cy="3247257"/>
        </p:xfrm>
        <a:graphic>
          <a:graphicData uri="http://schemas.openxmlformats.org/drawingml/2006/table">
            <a:tbl>
              <a:tblPr>
                <a:tableStyleId>{B301B821-A1FF-4177-AEE7-76D212191A09}</a:tableStyleId>
              </a:tblPr>
              <a:tblGrid>
                <a:gridCol w="157661">
                  <a:extLst>
                    <a:ext uri="{9D8B030D-6E8A-4147-A177-3AD203B41FA5}">
                      <a16:colId xmlns:a16="http://schemas.microsoft.com/office/drawing/2014/main" val="3452336729"/>
                    </a:ext>
                  </a:extLst>
                </a:gridCol>
                <a:gridCol w="840854">
                  <a:extLst>
                    <a:ext uri="{9D8B030D-6E8A-4147-A177-3AD203B41FA5}">
                      <a16:colId xmlns:a16="http://schemas.microsoft.com/office/drawing/2014/main" val="3394786443"/>
                    </a:ext>
                  </a:extLst>
                </a:gridCol>
                <a:gridCol w="1797325">
                  <a:extLst>
                    <a:ext uri="{9D8B030D-6E8A-4147-A177-3AD203B41FA5}">
                      <a16:colId xmlns:a16="http://schemas.microsoft.com/office/drawing/2014/main" val="2858452526"/>
                    </a:ext>
                  </a:extLst>
                </a:gridCol>
                <a:gridCol w="1881412">
                  <a:extLst>
                    <a:ext uri="{9D8B030D-6E8A-4147-A177-3AD203B41FA5}">
                      <a16:colId xmlns:a16="http://schemas.microsoft.com/office/drawing/2014/main" val="2404321311"/>
                    </a:ext>
                  </a:extLst>
                </a:gridCol>
                <a:gridCol w="1681708">
                  <a:extLst>
                    <a:ext uri="{9D8B030D-6E8A-4147-A177-3AD203B41FA5}">
                      <a16:colId xmlns:a16="http://schemas.microsoft.com/office/drawing/2014/main" val="4148939698"/>
                    </a:ext>
                  </a:extLst>
                </a:gridCol>
                <a:gridCol w="2585627">
                  <a:extLst>
                    <a:ext uri="{9D8B030D-6E8A-4147-A177-3AD203B41FA5}">
                      <a16:colId xmlns:a16="http://schemas.microsoft.com/office/drawing/2014/main" val="3476846084"/>
                    </a:ext>
                  </a:extLst>
                </a:gridCol>
              </a:tblGrid>
              <a:tr h="0">
                <a:tc>
                  <a:txBody>
                    <a:bodyPr/>
                    <a:lstStyle/>
                    <a:p>
                      <a:pPr algn="l" fontAlgn="ctr">
                        <a:buNone/>
                      </a:pPr>
                      <a:r>
                        <a:rPr lang="pt-PT" sz="1050" u="none" strike="noStrike" dirty="0">
                          <a:effectLst/>
                        </a:rPr>
                        <a:t>ID</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Name</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Model</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Criterion</a:t>
                      </a:r>
                      <a:r>
                        <a:rPr lang="pt-PT" sz="1100" u="none" strike="noStrike" dirty="0">
                          <a:effectLst/>
                        </a:rPr>
                        <a:t> (~</a:t>
                      </a:r>
                      <a:r>
                        <a:rPr lang="pt-PT" sz="1100" u="none" strike="noStrike" dirty="0" err="1">
                          <a:effectLst/>
                        </a:rPr>
                        <a:t>loss</a:t>
                      </a:r>
                      <a:r>
                        <a:rPr lang="pt-PT" sz="1100" u="none" strike="noStrike" dirty="0">
                          <a:effectLst/>
                        </a:rPr>
                        <a:t> </a:t>
                      </a:r>
                      <a:r>
                        <a:rPr lang="pt-PT" sz="1100" u="none" strike="noStrike" dirty="0" err="1">
                          <a:effectLst/>
                        </a:rPr>
                        <a:t>function</a:t>
                      </a:r>
                      <a:r>
                        <a:rPr lang="pt-PT" sz="1100" u="none" strike="noStrike" dirty="0">
                          <a:effectLst/>
                        </a:rPr>
                        <a:t>)</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Optimizer</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Purpose</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85619">
                <a:tc>
                  <a:txBody>
                    <a:bodyPr/>
                    <a:lstStyle/>
                    <a:p>
                      <a:pPr algn="l" fontAlgn="ctr">
                        <a:buNone/>
                      </a:pPr>
                      <a:r>
                        <a:rPr lang="pt-PT" sz="1050" u="none" strike="noStrike">
                          <a:effectLst/>
                        </a:rPr>
                        <a:t>A</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err="1">
                          <a:effectLst/>
                        </a:rPr>
                        <a:t>vanilla</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MLP([128, 64], drop=0, no BN)</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CrossEntropy</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True bare baseline — no regularisation at all</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85619">
                <a:tc>
                  <a:txBody>
                    <a:bodyPr/>
                    <a:lstStyle/>
                    <a:p>
                      <a:pPr algn="l" fontAlgn="ctr">
                        <a:buNone/>
                      </a:pPr>
                      <a:r>
                        <a:rPr lang="pt-PT" sz="1050" u="none" strike="noStrike">
                          <a:effectLst/>
                        </a:rPr>
                        <a:t>B</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err="1">
                          <a:effectLst/>
                        </a:rPr>
                        <a:t>mlp_base</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u="none" strike="noStrike" dirty="0">
                          <a:effectLst/>
                        </a:rPr>
                        <a:t>MLP([512, 256, 128], drop=0.4)</a:t>
                      </a:r>
                      <a:endParaRPr lang="fr-FR"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CE + </a:t>
                      </a:r>
                      <a:r>
                        <a:rPr lang="pt-PT" sz="1050" u="none" strike="noStrike" dirty="0" err="1">
                          <a:effectLst/>
                        </a:rPr>
                        <a:t>class</a:t>
                      </a:r>
                      <a:r>
                        <a:rPr lang="pt-PT" sz="1050" u="none" strike="noStrike" dirty="0">
                          <a:effectLst/>
                        </a:rPr>
                        <a:t> </a:t>
                      </a:r>
                      <a:r>
                        <a:rPr lang="pt-PT" sz="1050" u="none" strike="noStrike" dirty="0" err="1">
                          <a:effectLst/>
                        </a:rPr>
                        <a:t>weights</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First </a:t>
                      </a:r>
                      <a:r>
                        <a:rPr lang="en-US" sz="1050" u="none" strike="noStrike" dirty="0" err="1">
                          <a:effectLst/>
                        </a:rPr>
                        <a:t>Colab</a:t>
                      </a:r>
                      <a:r>
                        <a:rPr lang="en-US" sz="1050" u="none" strike="noStrike" dirty="0">
                          <a:effectLst/>
                        </a:rPr>
                        <a:t> run result (~0.193)</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85619">
                <a:tc>
                  <a:txBody>
                    <a:bodyPr/>
                    <a:lstStyle/>
                    <a:p>
                      <a:pPr algn="l" fontAlgn="ctr">
                        <a:buNone/>
                      </a:pPr>
                      <a:r>
                        <a:rPr lang="pt-PT" sz="1050" u="none" strike="noStrike">
                          <a:effectLst/>
                        </a:rPr>
                        <a:t>C</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ls01_drop03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dirty="0">
                          <a:effectLst/>
                        </a:rPr>
                        <a:t>MLP([512, 256, 128], drop=0.3)</a:t>
                      </a:r>
                      <a:endParaRPr lang="fr-FR"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Softer targets + lighter dropout</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85619">
                <a:tc>
                  <a:txBody>
                    <a:bodyPr/>
                    <a:lstStyle/>
                    <a:p>
                      <a:pPr algn="l" fontAlgn="ctr">
                        <a:buNone/>
                      </a:pPr>
                      <a:r>
                        <a:rPr lang="pt-PT" sz="1050" u="none" strike="noStrike">
                          <a:effectLst/>
                        </a:rPr>
                        <a:t>D</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wd1e4</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u="none" strike="noStrike" dirty="0">
                          <a:effectLst/>
                        </a:rPr>
                        <a:t>MLP([512, 256, 128], drop=0.3)</a:t>
                      </a:r>
                      <a:endParaRPr lang="fr-FR"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CE + weights + </a:t>
                      </a:r>
                      <a:r>
                        <a:rPr lang="en-US" sz="1050" u="none" strike="noStrike" dirty="0" err="1">
                          <a:effectLst/>
                        </a:rPr>
                        <a:t>label_smoothing</a:t>
                      </a:r>
                      <a:r>
                        <a:rPr lang="en-US" sz="1050" u="none" strike="noStrike" dirty="0">
                          <a:effectLst/>
                        </a:rPr>
                        <a:t>=0.1</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 WD=1e-4</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L2 reg on top of C</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1571945709"/>
                  </a:ext>
                </a:extLst>
              </a:tr>
              <a:tr h="171238">
                <a:tc>
                  <a:txBody>
                    <a:bodyPr/>
                    <a:lstStyle/>
                    <a:p>
                      <a:pPr algn="l" fontAlgn="ctr">
                        <a:buNone/>
                      </a:pPr>
                      <a:r>
                        <a:rPr lang="pt-PT" sz="1050" u="none" strike="noStrike">
                          <a:effectLst/>
                        </a:rPr>
                        <a:t>E</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sampler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a:effectLst/>
                        </a:rPr>
                        <a:t>MLP([512, 256, 128],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label_smoothing=0.1 (sampler used instead of class-weights)</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WeightedRandomSampler replaces class weights</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85619">
                <a:tc>
                  <a:txBody>
                    <a:bodyPr/>
                    <a:lstStyle/>
                    <a:p>
                      <a:pPr algn="l" fontAlgn="ctr">
                        <a:buNone/>
                      </a:pPr>
                      <a:r>
                        <a:rPr lang="pt-PT" sz="1050" u="none" strike="noStrike">
                          <a:effectLst/>
                        </a:rPr>
                        <a:t>F</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a:effectLst/>
                        </a:rPr>
                        <a:t>narrow</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u="none" strike="noStrike">
                          <a:effectLst/>
                        </a:rPr>
                        <a:t>MLP([256, 128, 64, 32],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a:effectLst/>
                        </a:rPr>
                        <a:t>Adam lr=1e-3, WD=1e-4</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Fewer params per layer — less overfit?</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85619">
                <a:tc>
                  <a:txBody>
                    <a:bodyPr/>
                    <a:lstStyle/>
                    <a:p>
                      <a:pPr algn="l" fontAlgn="ctr">
                        <a:buNone/>
                      </a:pPr>
                      <a:r>
                        <a:rPr lang="pt-PT" sz="1050" u="none" strike="noStrike">
                          <a:effectLst/>
                        </a:rPr>
                        <a:t>G</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err="1">
                          <a:effectLst/>
                        </a:rPr>
                        <a:t>bottleneck</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a:effectLst/>
                        </a:rPr>
                        <a:t>MLP([512, 1024, 256, 128],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 WD=1e-4</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Wide middle captures more combinations?</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149533"/>
                  </a:ext>
                </a:extLst>
              </a:tr>
              <a:tr h="171238">
                <a:tc>
                  <a:txBody>
                    <a:bodyPr/>
                    <a:lstStyle/>
                    <a:p>
                      <a:pPr algn="l" fontAlgn="ctr">
                        <a:buNone/>
                      </a:pPr>
                      <a:r>
                        <a:rPr lang="pt-PT" sz="1050" u="none" strike="noStrike" dirty="0">
                          <a:effectLst/>
                        </a:rPr>
                        <a:t>M</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c_sampler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MLP([512, 256, 128], drop=0.3) + WeightedSampler</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label_smoothing=0.1 (sampler replaces class-weights)</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dirty="0">
                          <a:effectLst/>
                        </a:rPr>
                        <a:t>Sampler on top of C — ~same as E (val_macro_f1=0.2361)</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171238">
                <a:tc>
                  <a:txBody>
                    <a:bodyPr/>
                    <a:lstStyle/>
                    <a:p>
                      <a:pPr algn="l" fontAlgn="ctr">
                        <a:buNone/>
                      </a:pPr>
                      <a:r>
                        <a:rPr lang="pt-PT" sz="1050" u="none" strike="noStrike" dirty="0">
                          <a:effectLst/>
                        </a:rPr>
                        <a:t>N</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cosine_lr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MLP([512, 256, 128], drop=0.3) + CosineAnnealing</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 + CosineAnnealingLR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Cosine schedule, no improvement (val_macro_f1=0.2251)</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171238">
                <a:tc>
                  <a:txBody>
                    <a:bodyPr/>
                    <a:lstStyle/>
                    <a:p>
                      <a:pPr algn="l" fontAlgn="ctr">
                        <a:buNone/>
                      </a:pPr>
                      <a:r>
                        <a:rPr lang="pt-PT" sz="1050" u="none" strike="noStrike" dirty="0">
                          <a:effectLst/>
                        </a:rPr>
                        <a:t>R</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ls015_drop03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a:effectLst/>
                        </a:rPr>
                        <a:t>MLP([512, 256, 128],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label_smoothing=0.15</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 WD=1e-4</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err="1">
                          <a:effectLst/>
                        </a:rPr>
                        <a:t>Best</a:t>
                      </a:r>
                      <a:r>
                        <a:rPr lang="pt-PT" sz="1050" u="none" strike="noStrike" dirty="0">
                          <a:effectLst/>
                        </a:rPr>
                        <a:t> solo — LS=0.15 &gt; LS=0.10 (val_macro_f1=0.2396)</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203982" y="670810"/>
            <a:ext cx="8595360" cy="850692"/>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386862" y="722880"/>
            <a:ext cx="8228160" cy="703080"/>
          </a:xfrm>
          <a:prstGeom prst="rect">
            <a:avLst/>
          </a:prstGeom>
          <a:noFill/>
          <a:ln/>
        </p:spPr>
        <p:txBody>
          <a:bodyPr wrap="square" rtlCol="0" anchor="ctr"/>
          <a:lstStyle/>
          <a:p>
            <a:pPr>
              <a:buNone/>
            </a:pPr>
            <a:r>
              <a:rPr lang="en-US" sz="1200" b="1" dirty="0">
                <a:solidFill>
                  <a:srgbClr val="00A896"/>
                </a:solidFill>
                <a:latin typeface="Trebuchet MS" pitchFamily="34" charset="0"/>
              </a:rPr>
              <a:t>Strategy: </a:t>
            </a:r>
            <a:r>
              <a:rPr lang="en-US" sz="1200" dirty="0">
                <a:solidFill>
                  <a:srgbClr val="AACCD8"/>
                </a:solidFill>
                <a:latin typeface="Calibri" pitchFamily="34" charset="0"/>
              </a:rPr>
              <a:t>we started by exploring different base models with different characteristics (number and size of layers, batch normalization, dropout, regularization L2/weight decay, label smoothing, weighted sampler, etc. </a:t>
            </a:r>
          </a:p>
          <a:p>
            <a:pPr>
              <a:buNone/>
            </a:pPr>
            <a:r>
              <a:rPr lang="en-US" sz="1200" dirty="0">
                <a:solidFill>
                  <a:srgbClr val="AACCD8"/>
                </a:solidFill>
                <a:latin typeface="Calibri" pitchFamily="34" charset="0"/>
              </a:rPr>
              <a:t>Then, having a sense of the best models so we explored different small variations of them.</a:t>
            </a:r>
          </a:p>
          <a:p>
            <a:pPr>
              <a:buNone/>
            </a:pPr>
            <a:r>
              <a:rPr lang="en-US" sz="1200" dirty="0">
                <a:solidFill>
                  <a:srgbClr val="AACCD8"/>
                </a:solidFill>
                <a:latin typeface="Calibri" pitchFamily="34" charset="0"/>
              </a:rPr>
              <a:t>We explored over 20 different models. Here we present a small sample of them.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a:extLst>
              <a:ext uri="{FF2B5EF4-FFF2-40B4-BE49-F238E27FC236}">
                <a16:creationId xmlns:a16="http://schemas.microsoft.com/office/drawing/2014/main" id="{C10F59D1-45A8-B58F-2540-9FA497376AF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rgbClr val="00A896"/>
                </a:solidFill>
                <a:latin typeface="Trebuchet MS" pitchFamily="34" charset="0"/>
              </a:rPr>
              <a:t>Strategy: </a:t>
            </a:r>
            <a:r>
              <a:rPr lang="en-US" sz="1200" dirty="0">
                <a:solidFill>
                  <a:srgbClr val="AACCD8"/>
                </a:solidFill>
                <a:latin typeface="Calibri" pitchFamily="34" charset="0"/>
              </a:rPr>
              <a:t>Having the best model we tried to apply different pipelines of pre-processing and data augmentation. </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solidFill>
              <a:srgbClr val="00A896"/>
            </a:solidFill>
          </a:ln>
        </p:spPr>
        <p:txBody>
          <a:bodyPr rtlCol="0" anchor="ctr"/>
          <a:lstStyle/>
          <a:p>
            <a:pPr algn="ctr">
              <a:buNone/>
            </a:pPr>
            <a:r>
              <a:rPr lang="en-US" sz="1300" b="1" dirty="0">
                <a:solidFill>
                  <a:srgbClr val="028090"/>
                </a:solidFill>
                <a:latin typeface="Calibri"/>
              </a:rPr>
              <a:t>Grayscale </a:t>
            </a:r>
          </a:p>
          <a:p>
            <a:pPr algn="ctr">
              <a:buNone/>
            </a:pPr>
            <a:r>
              <a:rPr lang="en-US" sz="1300" dirty="0">
                <a:solidFill>
                  <a:srgbClr val="1A2B3C"/>
                </a:solidFill>
                <a:latin typeface="Calibri"/>
              </a:rPr>
              <a:t>A 64x64 RGB image results in an initial vector of length = 12.288. If we convert to grayscale it would be a vector of 4096. Could a smaller vector preserve all the necessary important information for the model?  Turns out no. </a:t>
            </a:r>
            <a:r>
              <a:rPr lang="en-US" sz="1300" dirty="0" err="1">
                <a:solidFill>
                  <a:srgbClr val="1A2B3C"/>
                </a:solidFill>
                <a:latin typeface="Calibri"/>
              </a:rPr>
              <a:t>Pokemon</a:t>
            </a:r>
            <a:r>
              <a:rPr lang="en-US" sz="1300" dirty="0">
                <a:solidFill>
                  <a:srgbClr val="1A2B3C"/>
                </a:solidFill>
                <a:latin typeface="Calibri"/>
              </a:rPr>
              <a:t> classification is strongly </a:t>
            </a:r>
            <a:r>
              <a:rPr lang="en-US" sz="1300" dirty="0" err="1">
                <a:solidFill>
                  <a:srgbClr val="1A2B3C"/>
                </a:solidFill>
                <a:latin typeface="Calibri"/>
              </a:rPr>
              <a:t>colour</a:t>
            </a:r>
            <a:r>
              <a:rPr lang="en-US" sz="1300" dirty="0">
                <a:solidFill>
                  <a:srgbClr val="1A2B3C"/>
                </a:solidFill>
                <a:latin typeface="Calibri"/>
              </a:rPr>
              <a:t>-dependent (Fire=orange, water=blue, poison=purple, grass=green)</a:t>
            </a:r>
          </a:p>
          <a:p>
            <a:pPr algn="ctr">
              <a:buNone/>
            </a:pPr>
            <a:endParaRPr lang="en-US" sz="1300" dirty="0">
              <a:solidFill>
                <a:srgbClr val="1A2B3C"/>
              </a:solidFill>
              <a:latin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rgbClr val="FFFFFF"/>
          </a:solidFill>
          <a:ln w="6350">
            <a:solidFill>
              <a:srgbClr val="D8E4EC"/>
            </a:solidFill>
          </a:ln>
        </p:spPr>
        <p:txBody>
          <a:bodyPr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buNone/>
            </a:pPr>
            <a:r>
              <a:rPr lang="en-US" sz="1400" dirty="0">
                <a:solidFill>
                  <a:srgbClr val="1C3A52"/>
                </a:solidFill>
                <a:latin typeface="Calibri"/>
              </a:rPr>
              <a:t>Could we improve the quality of our training dataset and help the model to generalize better? </a:t>
            </a:r>
            <a:br>
              <a:rPr lang="en-US" sz="1400" dirty="0">
                <a:solidFill>
                  <a:srgbClr val="1C3A52"/>
                </a:solidFill>
                <a:latin typeface="Calibri"/>
              </a:rPr>
            </a:br>
            <a:r>
              <a:rPr lang="en-US" sz="1400" dirty="0">
                <a:solidFill>
                  <a:srgbClr val="1C3A52"/>
                </a:solidFill>
                <a:latin typeface="Calibri"/>
              </a:rPr>
              <a:t>This is a valid hypothesis for CNN, but as expected, not for MLP, because MLPs convert the image to a simple vector losing all spatial sense. </a:t>
            </a:r>
          </a:p>
        </p:txBody>
      </p:sp>
      <p:pic>
        <p:nvPicPr>
          <p:cNvPr id="9" name="Picture 8">
            <a:extLst>
              <a:ext uri="{FF2B5EF4-FFF2-40B4-BE49-F238E27FC236}">
                <a16:creationId xmlns:a16="http://schemas.microsoft.com/office/drawing/2014/main" id="{3939D8D5-762B-DF5A-34F0-EFCCA0391EBA}"/>
              </a:ext>
            </a:extLst>
          </p:cNvPr>
          <p:cNvPicPr>
            <a:picLocks noChangeAspect="1"/>
          </p:cNvPicPr>
          <p:nvPr/>
        </p:nvPicPr>
        <p:blipFill>
          <a:blip r:embed="rId2"/>
          <a:stretch>
            <a:fillRect/>
          </a:stretch>
        </p:blipFill>
        <p:spPr>
          <a:xfrm>
            <a:off x="4286209" y="3715434"/>
            <a:ext cx="4583470" cy="1063516"/>
          </a:xfrm>
          <a:prstGeom prst="rect">
            <a:avLst/>
          </a:prstGeom>
        </p:spPr>
      </p:pic>
      <p:pic>
        <p:nvPicPr>
          <p:cNvPr id="13" name="Picture 12">
            <a:extLst>
              <a:ext uri="{FF2B5EF4-FFF2-40B4-BE49-F238E27FC236}">
                <a16:creationId xmlns:a16="http://schemas.microsoft.com/office/drawing/2014/main" id="{C78762B1-040A-2553-A6DB-B04AE33FB775}"/>
              </a:ext>
            </a:extLst>
          </p:cNvPr>
          <p:cNvPicPr>
            <a:picLocks noChangeAspect="1"/>
          </p:cNvPicPr>
          <p:nvPr/>
        </p:nvPicPr>
        <p:blipFill>
          <a:blip r:embed="rId3"/>
          <a:stretch>
            <a:fillRect/>
          </a:stretch>
        </p:blipFill>
        <p:spPr>
          <a:xfrm>
            <a:off x="218467" y="3676965"/>
            <a:ext cx="3900185" cy="1388356"/>
          </a:xfrm>
          <a:prstGeom prst="rect">
            <a:avLst/>
          </a:prstGeom>
        </p:spPr>
      </p:pic>
    </p:spTree>
    <p:extLst>
      <p:ext uri="{BB962C8B-B14F-4D97-AF65-F5344CB8AC3E}">
        <p14:creationId xmlns:p14="http://schemas.microsoft.com/office/powerpoint/2010/main" val="3772889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20" name="InputBox"/>
          <p:cNvSpPr/>
          <p:nvPr/>
        </p:nvSpPr>
        <p:spPr>
          <a:xfrm>
            <a:off x="274799" y="1297287"/>
            <a:ext cx="1280160" cy="640080"/>
          </a:xfrm>
          <a:prstGeom prst="rect">
            <a:avLst/>
          </a:prstGeom>
          <a:solidFill>
            <a:srgbClr val="1C3A52"/>
          </a:solidFill>
          <a:ln w="12700">
            <a:solidFill>
              <a:srgbClr val="1C3A52"/>
            </a:solidFill>
          </a:ln>
        </p:spPr>
        <p:txBody>
          <a:bodyPr rtlCol="0" anchor="ctr"/>
          <a:lstStyle/>
          <a:p>
            <a:pPr algn="ctr">
              <a:buNone/>
            </a:pPr>
            <a:r>
              <a:rPr lang="en-US" sz="1000" b="1" dirty="0">
                <a:solidFill>
                  <a:srgbClr val="AACCD8"/>
                </a:solidFill>
                <a:latin typeface="Calibri"/>
              </a:rPr>
              <a:t>Input</a:t>
            </a:r>
          </a:p>
          <a:p>
            <a:pPr algn="ctr">
              <a:buNone/>
            </a:pPr>
            <a:r>
              <a:rPr lang="en-US" sz="1800" b="1" dirty="0">
                <a:solidFill>
                  <a:srgbClr val="00A896"/>
                </a:solidFill>
                <a:latin typeface="Calibri"/>
              </a:rPr>
              <a:t>12 288</a:t>
            </a:r>
          </a:p>
          <a:p>
            <a:pPr algn="ctr">
              <a:buNone/>
            </a:pPr>
            <a:r>
              <a:rPr lang="en-US" sz="900" dirty="0">
                <a:solidFill>
                  <a:srgbClr val="AACCD8"/>
                </a:solidFill>
                <a:latin typeface="Calibri"/>
              </a:rPr>
              <a:t>64x64x3 flat</a:t>
            </a:r>
          </a:p>
        </p:txBody>
      </p:sp>
      <p:sp>
        <p:nvSpPr>
          <p:cNvPr id="21" name="Arrow1"/>
          <p:cNvSpPr/>
          <p:nvPr/>
        </p:nvSpPr>
        <p:spPr>
          <a:xfrm>
            <a:off x="1645679" y="1577367"/>
            <a:ext cx="274320" cy="91440"/>
          </a:xfrm>
          <a:prstGeom prst="rightArrow">
            <a:avLst/>
          </a:prstGeom>
          <a:solidFill>
            <a:srgbClr val="00A896"/>
          </a:solidFill>
          <a:ln w="0">
            <a:noFill/>
          </a:ln>
        </p:spPr>
        <p:txBody>
          <a:bodyPr/>
          <a:lstStyle/>
          <a:p>
            <a:endParaRPr lang="en-US"/>
          </a:p>
        </p:txBody>
      </p:sp>
      <p:sp>
        <p:nvSpPr>
          <p:cNvPr id="22" name="H1Box"/>
          <p:cNvSpPr/>
          <p:nvPr/>
        </p:nvSpPr>
        <p:spPr>
          <a:xfrm>
            <a:off x="2012159" y="1260207"/>
            <a:ext cx="1371600" cy="73152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1</a:t>
            </a:r>
          </a:p>
          <a:p>
            <a:pPr algn="ctr">
              <a:buNone/>
            </a:pPr>
            <a:r>
              <a:rPr lang="en-US" sz="1800" b="1" dirty="0">
                <a:solidFill>
                  <a:srgbClr val="FFFFFF"/>
                </a:solidFill>
                <a:latin typeface="Calibri"/>
              </a:rPr>
              <a:t>512</a:t>
            </a:r>
          </a:p>
          <a:p>
            <a:pPr algn="ctr">
              <a:buNone/>
            </a:pPr>
            <a:r>
              <a:rPr lang="en-US" sz="900" dirty="0">
                <a:solidFill>
                  <a:srgbClr val="AACCD8"/>
                </a:solidFill>
                <a:latin typeface="Calibri"/>
              </a:rPr>
              <a:t>BN + ReLU + D(0.3)</a:t>
            </a:r>
          </a:p>
        </p:txBody>
      </p:sp>
      <p:sp>
        <p:nvSpPr>
          <p:cNvPr id="23" name="Arrow2"/>
          <p:cNvSpPr/>
          <p:nvPr/>
        </p:nvSpPr>
        <p:spPr>
          <a:xfrm>
            <a:off x="3474479" y="1577367"/>
            <a:ext cx="274320" cy="91440"/>
          </a:xfrm>
          <a:prstGeom prst="rightArrow">
            <a:avLst/>
          </a:prstGeom>
          <a:solidFill>
            <a:srgbClr val="00A896"/>
          </a:solidFill>
          <a:ln w="0">
            <a:noFill/>
          </a:ln>
        </p:spPr>
        <p:txBody>
          <a:bodyPr/>
          <a:lstStyle/>
          <a:p>
            <a:endParaRPr lang="en-US"/>
          </a:p>
        </p:txBody>
      </p:sp>
      <p:sp>
        <p:nvSpPr>
          <p:cNvPr id="24" name="H2Box"/>
          <p:cNvSpPr/>
          <p:nvPr/>
        </p:nvSpPr>
        <p:spPr>
          <a:xfrm>
            <a:off x="384095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2</a:t>
            </a:r>
          </a:p>
          <a:p>
            <a:pPr algn="ctr">
              <a:buNone/>
            </a:pPr>
            <a:r>
              <a:rPr lang="en-US" sz="1800" b="1" dirty="0">
                <a:solidFill>
                  <a:srgbClr val="FFFFFF"/>
                </a:solidFill>
                <a:latin typeface="Calibri"/>
              </a:rPr>
              <a:t>256</a:t>
            </a:r>
          </a:p>
          <a:p>
            <a:pPr algn="ctr">
              <a:buNone/>
            </a:pPr>
            <a:r>
              <a:rPr lang="en-US" sz="900" dirty="0">
                <a:solidFill>
                  <a:srgbClr val="AACCD8"/>
                </a:solidFill>
                <a:latin typeface="Calibri"/>
              </a:rPr>
              <a:t>BN + ReLU + D(0.3)</a:t>
            </a:r>
          </a:p>
        </p:txBody>
      </p:sp>
      <p:sp>
        <p:nvSpPr>
          <p:cNvPr id="25" name="Arrow3"/>
          <p:cNvSpPr/>
          <p:nvPr/>
        </p:nvSpPr>
        <p:spPr>
          <a:xfrm>
            <a:off x="5303279" y="1577367"/>
            <a:ext cx="274320" cy="91440"/>
          </a:xfrm>
          <a:prstGeom prst="rightArrow">
            <a:avLst/>
          </a:prstGeom>
          <a:solidFill>
            <a:srgbClr val="00A896"/>
          </a:solidFill>
          <a:ln w="0">
            <a:noFill/>
          </a:ln>
        </p:spPr>
        <p:txBody>
          <a:bodyPr/>
          <a:lstStyle/>
          <a:p>
            <a:endParaRPr lang="en-US"/>
          </a:p>
        </p:txBody>
      </p:sp>
      <p:sp>
        <p:nvSpPr>
          <p:cNvPr id="26" name="H3Box"/>
          <p:cNvSpPr/>
          <p:nvPr/>
        </p:nvSpPr>
        <p:spPr>
          <a:xfrm>
            <a:off x="566903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3</a:t>
            </a:r>
          </a:p>
          <a:p>
            <a:pPr algn="ctr">
              <a:buNone/>
            </a:pPr>
            <a:r>
              <a:rPr lang="en-US" sz="1800" b="1" dirty="0">
                <a:solidFill>
                  <a:srgbClr val="FFFFFF"/>
                </a:solidFill>
                <a:latin typeface="Calibri"/>
              </a:rPr>
              <a:t>128</a:t>
            </a:r>
          </a:p>
          <a:p>
            <a:pPr algn="ctr">
              <a:buNone/>
            </a:pPr>
            <a:r>
              <a:rPr lang="en-US" sz="900" dirty="0">
                <a:solidFill>
                  <a:srgbClr val="AACCD8"/>
                </a:solidFill>
                <a:latin typeface="Calibri"/>
              </a:rPr>
              <a:t>BN + ReLU + D(0.3)</a:t>
            </a:r>
          </a:p>
        </p:txBody>
      </p:sp>
      <p:sp>
        <p:nvSpPr>
          <p:cNvPr id="27" name="Arrow4"/>
          <p:cNvSpPr/>
          <p:nvPr/>
        </p:nvSpPr>
        <p:spPr>
          <a:xfrm>
            <a:off x="7131839" y="1577367"/>
            <a:ext cx="274320" cy="91440"/>
          </a:xfrm>
          <a:prstGeom prst="rightArrow">
            <a:avLst/>
          </a:prstGeom>
          <a:solidFill>
            <a:srgbClr val="00A896"/>
          </a:solidFill>
          <a:ln w="0">
            <a:noFill/>
          </a:ln>
        </p:spPr>
        <p:txBody>
          <a:bodyPr/>
          <a:lstStyle/>
          <a:p>
            <a:endParaRPr lang="en-US"/>
          </a:p>
        </p:txBody>
      </p:sp>
      <p:sp>
        <p:nvSpPr>
          <p:cNvPr id="28" name="OutBox"/>
          <p:cNvSpPr/>
          <p:nvPr/>
        </p:nvSpPr>
        <p:spPr>
          <a:xfrm>
            <a:off x="7498079" y="1297287"/>
            <a:ext cx="1279440" cy="640080"/>
          </a:xfrm>
          <a:prstGeom prst="rect">
            <a:avLst/>
          </a:prstGeom>
          <a:solidFill>
            <a:srgbClr val="00A896"/>
          </a:solidFill>
          <a:ln w="12700">
            <a:solidFill>
              <a:srgbClr val="00A896"/>
            </a:solidFill>
          </a:ln>
        </p:spPr>
        <p:txBody>
          <a:bodyPr rtlCol="0" anchor="ctr"/>
          <a:lstStyle/>
          <a:p>
            <a:pPr algn="ctr">
              <a:buNone/>
            </a:pPr>
            <a:r>
              <a:rPr lang="en-US" sz="1000" b="1" dirty="0">
                <a:solidFill>
                  <a:srgbClr val="E8F8F6"/>
                </a:solidFill>
                <a:latin typeface="Calibri"/>
              </a:rPr>
              <a:t>Output</a:t>
            </a:r>
          </a:p>
          <a:p>
            <a:pPr algn="ctr">
              <a:buNone/>
            </a:pPr>
            <a:r>
              <a:rPr lang="en-US" sz="1800" b="1" dirty="0">
                <a:solidFill>
                  <a:srgbClr val="FFFFFF"/>
                </a:solidFill>
                <a:latin typeface="Calibri"/>
              </a:rPr>
              <a:t>9</a:t>
            </a:r>
          </a:p>
          <a:p>
            <a:pPr algn="ctr">
              <a:buNone/>
            </a:pPr>
            <a:r>
              <a:rPr lang="en-US" sz="900" dirty="0">
                <a:solidFill>
                  <a:srgbClr val="E8F8F6"/>
                </a:solidFill>
                <a:latin typeface="Calibri"/>
              </a:rPr>
              <a:t>logits</a:t>
            </a:r>
          </a:p>
        </p:txBody>
      </p:sp>
      <p:sp>
        <p:nvSpPr>
          <p:cNvPr id="40" name="LeftCard"/>
          <p:cNvSpPr/>
          <p:nvPr/>
        </p:nvSpPr>
        <p:spPr>
          <a:xfrm>
            <a:off x="2747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p:cNvSpPr/>
          <p:nvPr/>
        </p:nvSpPr>
        <p:spPr>
          <a:xfrm>
            <a:off x="4576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Funnel Design </a:t>
            </a:r>
          </a:p>
          <a:p>
            <a:pPr marL="228600" indent="-228600">
              <a:buChar char="•"/>
            </a:pPr>
            <a:r>
              <a:rPr lang="en-US" sz="1100" dirty="0">
                <a:solidFill>
                  <a:srgbClr val="1A2B3C"/>
                </a:solidFill>
                <a:latin typeface="Calibri" pitchFamily="34" charset="0"/>
              </a:rPr>
              <a:t>Progressive compression forces generalisation</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pitchFamily="34" charset="0"/>
              </a:rPr>
              <a:t>Narrow (256-128-64-32): too bottlenecked for colour histogram learning</a:t>
            </a:r>
          </a:p>
          <a:p>
            <a:pPr marL="685800" lvl="1" indent="-228600">
              <a:buChar char="•"/>
            </a:pPr>
            <a:r>
              <a:rPr lang="en-US" sz="1100" dirty="0">
                <a:solidFill>
                  <a:srgbClr val="1A2B3C"/>
                </a:solidFill>
                <a:latin typeface="Calibri" pitchFamily="34" charset="0"/>
              </a:rPr>
              <a:t>Wider first layer (1024): more capacity = more memorisation</a:t>
            </a:r>
          </a:p>
          <a:p>
            <a:pPr marL="685800" lvl="1" indent="-228600">
              <a:buChar char="•"/>
            </a:pPr>
            <a:r>
              <a:rPr lang="en-US" sz="1100" dirty="0">
                <a:solidFill>
                  <a:srgbClr val="1A2B3C"/>
                </a:solidFill>
                <a:latin typeface="Calibri" pitchFamily="34" charset="0"/>
              </a:rPr>
              <a:t>4-layer deep: harder to regularise on small data</a:t>
            </a:r>
          </a:p>
          <a:p>
            <a:pPr lvl="1"/>
            <a:endParaRPr lang="en-US" sz="1100" dirty="0">
              <a:solidFill>
                <a:srgbClr val="1A2B3C"/>
              </a:solidFill>
              <a:latin typeface="Calibri" pitchFamily="34" charset="0"/>
            </a:endParaRPr>
          </a:p>
        </p:txBody>
      </p:sp>
      <p:sp>
        <p:nvSpPr>
          <p:cNvPr id="42" name="RightCard"/>
          <p:cNvSpPr/>
          <p:nvPr/>
        </p:nvSpPr>
        <p:spPr>
          <a:xfrm>
            <a:off x="46643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p:cNvSpPr/>
          <p:nvPr/>
        </p:nvSpPr>
        <p:spPr>
          <a:xfrm>
            <a:off x="48472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BatchNorm + ReLU + Output Logits</a:t>
            </a:r>
          </a:p>
          <a:p>
            <a:endParaRPr lang="en-US" sz="1100" b="1" dirty="0">
              <a:solidFill>
                <a:srgbClr val="1A2B3C"/>
              </a:solidFill>
              <a:latin typeface="Calibri" pitchFamily="34" charset="0"/>
            </a:endParaRPr>
          </a:p>
          <a:p>
            <a:pPr marL="228600" indent="-228600">
              <a:buChar char="•"/>
            </a:pPr>
            <a:r>
              <a:rPr lang="en-US" sz="1100" b="1" dirty="0">
                <a:solidFill>
                  <a:srgbClr val="1A2B3C"/>
                </a:solidFill>
                <a:latin typeface="Calibri" pitchFamily="34" charset="0"/>
              </a:rPr>
              <a:t>BatchNorm1d after every Linear</a:t>
            </a:r>
          </a:p>
          <a:p>
            <a:pPr lvl="1"/>
            <a:r>
              <a:rPr lang="en-US" sz="1100" dirty="0" err="1">
                <a:solidFill>
                  <a:srgbClr val="1A2B3C"/>
                </a:solidFill>
                <a:latin typeface="Calibri" pitchFamily="34" charset="0"/>
              </a:rPr>
              <a:t>stabilises</a:t>
            </a:r>
            <a:r>
              <a:rPr lang="en-US" sz="1100" dirty="0">
                <a:solidFill>
                  <a:srgbClr val="1A2B3C"/>
                </a:solidFill>
                <a:latin typeface="Calibri" pitchFamily="34" charset="0"/>
              </a:rPr>
              <a:t> gradients on 12 288-dim flat input</a:t>
            </a: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pitchFamily="34" charset="0"/>
              </a:rPr>
              <a:t>no vanishing gradient for positive activations, simple and efficient</a:t>
            </a:r>
          </a:p>
          <a:p>
            <a:pPr marL="228600" indent="-228600">
              <a:buChar char="•"/>
            </a:pPr>
            <a:r>
              <a:rPr lang="en-US" sz="1100" b="1" dirty="0">
                <a:solidFill>
                  <a:srgbClr val="1A2B3C"/>
                </a:solidFill>
                <a:latin typeface="Calibri" pitchFamily="34" charset="0"/>
              </a:rPr>
              <a:t>Raw logits at output </a:t>
            </a:r>
          </a:p>
          <a:p>
            <a:pPr lvl="1"/>
            <a:r>
              <a:rPr lang="en-US" sz="1100" dirty="0" err="1">
                <a:solidFill>
                  <a:srgbClr val="1A2B3C"/>
                </a:solidFill>
                <a:latin typeface="Calibri" pitchFamily="34" charset="0"/>
              </a:rPr>
              <a:t>CrossEntropyLoss</a:t>
            </a:r>
            <a:r>
              <a:rPr lang="en-US" sz="1100" dirty="0">
                <a:solidFill>
                  <a:srgbClr val="1A2B3C"/>
                </a:solidFill>
                <a:latin typeface="Calibri" pitchFamily="34" charset="0"/>
              </a:rPr>
              <a:t> fuses log_softmax internally (numerically stable)</a:t>
            </a:r>
          </a:p>
          <a:p>
            <a:pPr lvl="1"/>
            <a:r>
              <a:rPr lang="en-US" sz="1100" dirty="0">
                <a:solidFill>
                  <a:srgbClr val="1A2B3C"/>
                </a:solidFill>
                <a:latin typeface="Calibri" pitchFamily="34" charset="0"/>
              </a:rPr>
              <a:t>argmax(logits) == argmax(softmax(logits)) — so no softmax needed at inference</a:t>
            </a:r>
          </a:p>
          <a:p>
            <a:pPr lvl="1"/>
            <a:r>
              <a:rPr lang="en-US" sz="1100" dirty="0">
                <a:solidFill>
                  <a:srgbClr val="1A2B3C"/>
                </a:solidFill>
                <a:latin typeface="Calibri" pitchFamily="34" charset="0"/>
              </a:rPr>
              <a:t>Exception: ensemble averages </a:t>
            </a:r>
            <a:r>
              <a:rPr lang="en-US" sz="1100" dirty="0" err="1">
                <a:solidFill>
                  <a:srgbClr val="1A2B3C"/>
                </a:solidFill>
                <a:latin typeface="Calibri" pitchFamily="34" charset="0"/>
              </a:rPr>
              <a:t>softmax</a:t>
            </a:r>
            <a:r>
              <a:rPr lang="en-US" sz="1100" dirty="0">
                <a:solidFill>
                  <a:srgbClr val="1A2B3C"/>
                </a:solidFill>
                <a:latin typeface="Calibri" pitchFamily="34" charset="0"/>
              </a:rPr>
              <a:t> outputs — raw logit scales differ across models</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t>
            </a:r>
            <a:r>
              <a:rPr lang="en-US" b="1" dirty="0" err="1">
                <a:solidFill>
                  <a:srgbClr val="0D1B2A"/>
                </a:solidFill>
                <a:latin typeface="Trebuchet MS" pitchFamily="34" charset="0"/>
              </a:rPr>
              <a:t>Regularisation</a:t>
            </a:r>
            <a:r>
              <a:rPr lang="en-US" b="1" dirty="0">
                <a:solidFill>
                  <a:srgbClr val="0D1B2A"/>
                </a:solidFill>
                <a:latin typeface="Trebuchet MS" pitchFamily="34" charset="0"/>
              </a:rPr>
              <a:t>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rtlCol="0" anchor="t"/>
          <a:lstStyle/>
          <a:p>
            <a:pPr>
              <a:buNone/>
            </a:pPr>
            <a:r>
              <a:rPr lang="en-US" sz="1400" b="1" dirty="0">
                <a:solidFill>
                  <a:srgbClr val="028090"/>
                </a:solidFill>
                <a:latin typeface="Trebuchet MS" pitchFamily="34" charset="0"/>
              </a:rPr>
              <a:t>Dropout (0.3)</a:t>
            </a:r>
          </a:p>
          <a:p>
            <a:pPr>
              <a:buNone/>
            </a:pPr>
            <a:r>
              <a:rPr lang="en-US" sz="1100" b="1" dirty="0">
                <a:solidFill>
                  <a:srgbClr val="1C3A52"/>
                </a:solidFill>
                <a:latin typeface="Calibri" pitchFamily="34" charset="0"/>
              </a:rPr>
              <a:t>Applied after every hidden layer</a:t>
            </a:r>
          </a:p>
          <a:p>
            <a:pPr marL="228600" indent="-228600">
              <a:buChar char="•"/>
            </a:pPr>
            <a:r>
              <a:rPr lang="en-US" sz="1100" dirty="0">
                <a:solidFill>
                  <a:srgbClr val="1A2B3C"/>
                </a:solidFill>
                <a:latin typeface="Calibri" pitchFamily="34" charset="0"/>
              </a:rPr>
              <a:t>Randomly zeroes 30% of neurons each forward pass</a:t>
            </a:r>
          </a:p>
          <a:p>
            <a:pPr marL="228600" indent="-228600">
              <a:buChar char="•"/>
            </a:pPr>
            <a:r>
              <a:rPr lang="en-US" sz="1100" dirty="0">
                <a:solidFill>
                  <a:srgbClr val="1A2B3C"/>
                </a:solidFill>
                <a:latin typeface="Calibri" pitchFamily="34" charset="0"/>
              </a:rPr>
              <a:t>Prevents co-adaptation, forces redundant representations</a:t>
            </a:r>
          </a:p>
          <a:p>
            <a:pPr>
              <a:buNone/>
            </a:pPr>
            <a:r>
              <a:rPr lang="en-US" sz="1100" b="1" dirty="0">
                <a:solidFill>
                  <a:srgbClr val="1C3A52"/>
                </a:solidFill>
                <a:latin typeface="Calibri" pitchFamily="34" charset="0"/>
              </a:rPr>
              <a:t>Why 0.3? — Search result:</a:t>
            </a:r>
          </a:p>
          <a:p>
            <a:pPr marL="228600" indent="-228600">
              <a:buChar char="•"/>
            </a:pPr>
            <a:r>
              <a:rPr lang="en-US" sz="1100" dirty="0">
                <a:solidFill>
                  <a:srgbClr val="1A2B3C"/>
                </a:solidFill>
                <a:latin typeface="Calibri" pitchFamily="34" charset="0"/>
              </a:rPr>
              <a:t>Drop 0.4 (model B) = 0.222 — too aggressive</a:t>
            </a:r>
          </a:p>
          <a:p>
            <a:pPr marL="228600" indent="-228600">
              <a:buChar char="•"/>
            </a:pPr>
            <a:r>
              <a:rPr lang="en-US" sz="1100" dirty="0">
                <a:solidFill>
                  <a:srgbClr val="1A2B3C"/>
                </a:solidFill>
                <a:latin typeface="Calibri" pitchFamily="34" charset="0"/>
              </a:rPr>
              <a:t>Drop 0.2 (model J) = 0.236 — close but weaker</a:t>
            </a:r>
          </a:p>
          <a:p>
            <a:pPr marL="228600" indent="-228600">
              <a:buChar char="•"/>
            </a:pPr>
            <a:r>
              <a:rPr lang="en-US" sz="1100" dirty="0">
                <a:solidFill>
                  <a:srgbClr val="1A2B3C"/>
                </a:solidFill>
                <a:latin typeface="Calibri" pitchFamily="34" charset="0"/>
              </a:rPr>
              <a:t>Drop 0.15 (model P) = 0.217 — too light</a:t>
            </a:r>
          </a:p>
          <a:p>
            <a:pPr marL="228600" indent="-228600">
              <a:buChar char="•"/>
            </a:pPr>
            <a:r>
              <a:rPr lang="en-US" sz="1100" b="1" dirty="0">
                <a:solidFill>
                  <a:srgbClr val="00A896"/>
                </a:solidFill>
                <a:latin typeface="Calibri" pitchFamily="34" charset="0"/>
              </a:rPr>
              <a:t>Drop 0.3 = 0.240 — sweet spot confirmed</a:t>
            </a: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rtlCol="0" anchor="t"/>
          <a:lstStyle/>
          <a:p>
            <a:pPr>
              <a:buNone/>
            </a:pPr>
            <a:r>
              <a:rPr lang="en-US" sz="1400" b="1" dirty="0">
                <a:solidFill>
                  <a:srgbClr val="00A896"/>
                </a:solidFill>
                <a:latin typeface="Trebuchet MS" pitchFamily="34" charset="0"/>
              </a:rPr>
              <a:t>Label Smoothing (0.15)</a:t>
            </a:r>
          </a:p>
          <a:p>
            <a:pPr>
              <a:buNone/>
            </a:pPr>
            <a:r>
              <a:rPr lang="en-US" sz="1100" b="1" dirty="0">
                <a:solidFill>
                  <a:srgbClr val="1C3A52"/>
                </a:solidFill>
                <a:latin typeface="Calibri" pitchFamily="34" charset="0"/>
              </a:rPr>
              <a:t>Most impactful single change</a:t>
            </a: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dirty="0">
                <a:solidFill>
                  <a:srgbClr val="1C3A52"/>
                </a:solidFill>
                <a:latin typeface="Calibri" pitchFamily="34" charset="0"/>
              </a:rPr>
              <a:t>Evidence:</a:t>
            </a:r>
          </a:p>
          <a:p>
            <a:pPr marL="228600" indent="-228600">
              <a:buChar char="•"/>
            </a:pPr>
            <a:r>
              <a:rPr lang="en-US" sz="1100" dirty="0">
                <a:solidFill>
                  <a:srgbClr val="1A2B3C"/>
                </a:solidFill>
                <a:latin typeface="Calibri" pitchFamily="34" charset="0"/>
              </a:rPr>
              <a:t>All 6 top-tier solos (F1 &gt; 0.235) use LS &gt;= 0.1</a:t>
            </a:r>
          </a:p>
          <a:p>
            <a:pPr marL="228600" indent="-228600">
              <a:buChar char="•"/>
            </a:pPr>
            <a:r>
              <a:rPr lang="en-US" sz="1100" dirty="0">
                <a:solidFill>
                  <a:srgbClr val="1A2B3C"/>
                </a:solidFill>
                <a:latin typeface="Calibri" pitchFamily="34" charset="0"/>
              </a:rPr>
              <a:t>LS=0.15 (R) = 0.2396 vs LS=0.10 (C) = 0.2395 — tiny but consistent</a:t>
            </a:r>
          </a:p>
          <a:p>
            <a:pPr marL="228600" indent="-228600">
              <a:buChar char="•"/>
            </a:pPr>
            <a:r>
              <a:rPr lang="en-US" sz="1100" b="1" dirty="0">
                <a:solidFill>
                  <a:srgbClr val="00A896"/>
                </a:solidFill>
                <a:latin typeface="Calibri" pitchFamily="34" charset="0"/>
              </a:rPr>
              <a:t>+0.017-0.019 F1 vs baselines with no LS</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rtlCol="0" anchor="t"/>
          <a:lstStyle/>
          <a:p>
            <a:pPr>
              <a:buNone/>
            </a:pPr>
            <a:r>
              <a:rPr lang="en-US" sz="1400" b="1" dirty="0">
                <a:solidFill>
                  <a:srgbClr val="1C3A52"/>
                </a:solidFill>
                <a:latin typeface="Trebuchet MS" pitchFamily="34" charset="0"/>
              </a:rPr>
              <a:t>Imbalance Handling</a:t>
            </a:r>
          </a:p>
          <a:p>
            <a:pPr>
              <a:buNone/>
            </a:pPr>
            <a:r>
              <a:rPr lang="en-US" sz="1100" b="1" dirty="0">
                <a:solidFill>
                  <a:srgbClr val="1C3A52"/>
                </a:solidFill>
                <a:latin typeface="Calibri" pitchFamily="34" charset="0"/>
              </a:rPr>
              <a:t>Weighted CrossEntropyLoss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pPr>
              <a:buNone/>
            </a:pPr>
            <a:r>
              <a:rPr lang="en-US" sz="1100" b="1" dirty="0">
                <a:solidFill>
                  <a:srgbClr val="1C3A52"/>
                </a:solidFill>
                <a:latin typeface="Calibri" pitchFamily="34" charset="0"/>
              </a:rPr>
              <a:t>WeightedRandomSampler (tested separately)</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pPr>
              <a:buNone/>
            </a:pPr>
            <a:r>
              <a:rPr lang="en-US" sz="1100" b="1" dirty="0">
                <a:solidFill>
                  <a:srgbClr val="C0392B"/>
                </a:solidFill>
                <a:latin typeface="Calibri" pitchFamily="34" charset="0"/>
              </a:rPr>
              <a:t>Pitfall: CW + Sampler together</a:t>
            </a:r>
          </a:p>
          <a:p>
            <a:pPr marL="228600" indent="-228600">
              <a:buChar char="•"/>
            </a:pPr>
            <a:r>
              <a:rPr lang="en-US" sz="1100" dirty="0">
                <a:solidFill>
                  <a:srgbClr val="1A2B3C"/>
                </a:solidFill>
                <a:latin typeface="Calibri" pitchFamily="34" charset="0"/>
              </a:rPr>
              <a:t>Model O (double-compensating) = F1 0.192 — over-correcting imbalance hurts</a:t>
            </a:r>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73959" y="1411390"/>
            <a:ext cx="4648199"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56840" y="1485550"/>
            <a:ext cx="3657600" cy="1645920"/>
          </a:xfrm>
          <a:prstGeom prst="rect">
            <a:avLst/>
          </a:prstGeom>
          <a:noFill/>
          <a:ln/>
        </p:spPr>
        <p:txBody>
          <a:bodyPr wrap="square" rtlCol="0" anchor="t"/>
          <a:lstStyle/>
          <a:p>
            <a:pPr>
              <a:buNone/>
            </a:pPr>
            <a:r>
              <a:rPr lang="en-US" sz="1400" b="1" dirty="0">
                <a:solidFill>
                  <a:srgbClr val="028090"/>
                </a:solidFill>
                <a:latin typeface="Trebuchet MS" pitchFamily="34" charset="0"/>
              </a:rPr>
              <a:t>Optimiser + Scheduler</a:t>
            </a:r>
          </a:p>
          <a:p>
            <a:pPr marL="228600" indent="-228600">
              <a:buChar char="•"/>
            </a:pPr>
            <a:r>
              <a:rPr lang="en-US" sz="1200" b="1" dirty="0">
                <a:solidFill>
                  <a:srgbClr val="1C3A52"/>
                </a:solidFill>
                <a:latin typeface="Calibri" pitchFamily="34" charset="0"/>
              </a:rPr>
              <a:t>Adam lr=1e-3 </a:t>
            </a:r>
            <a:r>
              <a:rPr lang="en-US" sz="1200" dirty="0">
                <a:solidFill>
                  <a:srgbClr val="1A2B3C"/>
                </a:solidFill>
                <a:latin typeface="Calibri" pitchFamily="34" charset="0"/>
              </a:rPr>
              <a:t>— robust adaptive LR, standard for MLPs (Kingma &amp; Ba, 2015)</a:t>
            </a:r>
          </a:p>
          <a:p>
            <a:pPr marL="228600" indent="-228600">
              <a:buChar char="•"/>
            </a:pPr>
            <a:r>
              <a:rPr lang="en-US" sz="1200" b="1" dirty="0">
                <a:solidFill>
                  <a:srgbClr val="1C3A52"/>
                </a:solidFill>
                <a:latin typeface="Calibri" pitchFamily="34" charset="0"/>
              </a:rPr>
              <a:t>StepLR(step=5, gamma=0.5) </a:t>
            </a:r>
            <a:r>
              <a:rPr lang="en-US" sz="1200" dirty="0">
                <a:solidFill>
                  <a:srgbClr val="1A2B3C"/>
                </a:solidFill>
                <a:latin typeface="Calibri" pitchFamily="34" charset="0"/>
              </a:rPr>
              <a:t>— halves LR every 5 epochs; CosineAnnealingLR also tested but no improvement (N=0.225)</a:t>
            </a:r>
          </a:p>
        </p:txBody>
      </p:sp>
      <p:sp>
        <p:nvSpPr>
          <p:cNvPr id="12" name="R1bg"/>
          <p:cNvSpPr/>
          <p:nvPr/>
        </p:nvSpPr>
        <p:spPr>
          <a:xfrm>
            <a:off x="274320" y="3179744"/>
            <a:ext cx="46482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506666"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a:t>
            </a:r>
            <a:r>
              <a:rPr lang="en-US" b="1" dirty="0" err="1">
                <a:solidFill>
                  <a:srgbClr val="0D1B2A"/>
                </a:solidFill>
                <a:latin typeface="Trebuchet MS" pitchFamily="34" charset="0"/>
              </a:rPr>
              <a:t>Optimiser</a:t>
            </a:r>
            <a:r>
              <a:rPr lang="en-US" b="1" dirty="0">
                <a:solidFill>
                  <a:srgbClr val="0D1B2A"/>
                </a:solidFill>
                <a:latin typeface="Trebuchet MS" pitchFamily="34" charset="0"/>
              </a:rPr>
              <a:t>,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39AA655E-DFCA-46F8-1411-C263A94E8474}"/>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a:extLst>
              <a:ext uri="{FF2B5EF4-FFF2-40B4-BE49-F238E27FC236}">
                <a16:creationId xmlns:a16="http://schemas.microsoft.com/office/drawing/2014/main" id="{5F165A5E-3913-649C-D4DC-65B43915AF3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rgbClr val="00A896"/>
                </a:solidFill>
                <a:latin typeface="Trebuchet MS" pitchFamily="34" charset="0"/>
              </a:rPr>
              <a:t>Strategy: </a:t>
            </a:r>
            <a:r>
              <a:rPr lang="en-US" sz="1200" dirty="0">
                <a:solidFill>
                  <a:srgbClr val="AACCD8"/>
                </a:solidFill>
                <a:latin typeface="Calibri" pitchFamily="34" charset="0"/>
              </a:rPr>
              <a:t>Having the best models we tried to combine them to see if we got better results by using some better characteristic of some model to compensate for worse performance in other model. </a:t>
            </a:r>
          </a:p>
          <a:p>
            <a:pPr>
              <a:buNone/>
            </a:pPr>
            <a:r>
              <a:rPr lang="en-US" sz="1200" dirty="0">
                <a:solidFill>
                  <a:srgbClr val="AACCD8"/>
                </a:solidFill>
                <a:latin typeface="Calibri" pitchFamily="34" charset="0"/>
              </a:rPr>
              <a:t>» To help analyze possible good combinations we draw a heat map so we can  see the results of each model for each class. </a:t>
            </a:r>
          </a:p>
        </p:txBody>
      </p:sp>
      <p:grpSp>
        <p:nvGrpSpPr>
          <p:cNvPr id="14" name="Group 13">
            <a:extLst>
              <a:ext uri="{FF2B5EF4-FFF2-40B4-BE49-F238E27FC236}">
                <a16:creationId xmlns:a16="http://schemas.microsoft.com/office/drawing/2014/main" id="{A1FA2E3B-4D55-BF1E-8734-63932BA7467A}"/>
              </a:ext>
            </a:extLst>
          </p:cNvPr>
          <p:cNvGrpSpPr/>
          <p:nvPr/>
        </p:nvGrpSpPr>
        <p:grpSpPr>
          <a:xfrm>
            <a:off x="-64008" y="1656778"/>
            <a:ext cx="6549292" cy="3240421"/>
            <a:chOff x="0" y="1580400"/>
            <a:chExt cx="7237378" cy="3580868"/>
          </a:xfrm>
        </p:grpSpPr>
        <p:pic>
          <p:nvPicPr>
            <p:cNvPr id="7" name="Picture 6">
              <a:extLst>
                <a:ext uri="{FF2B5EF4-FFF2-40B4-BE49-F238E27FC236}">
                  <a16:creationId xmlns:a16="http://schemas.microsoft.com/office/drawing/2014/main" id="{95F15C9D-4CD5-3B44-6ACC-8974EF41C8A2}"/>
                </a:ext>
              </a:extLst>
            </p:cNvPr>
            <p:cNvPicPr>
              <a:picLocks noChangeAspect="1"/>
            </p:cNvPicPr>
            <p:nvPr/>
          </p:nvPicPr>
          <p:blipFill>
            <a:blip r:embed="rId2"/>
            <a:srcRect l="9540" b="61978"/>
            <a:stretch>
              <a:fillRect/>
            </a:stretch>
          </p:blipFill>
          <p:spPr>
            <a:xfrm>
              <a:off x="235776" y="1580400"/>
              <a:ext cx="7001602" cy="3558847"/>
            </a:xfrm>
            <a:prstGeom prst="rect">
              <a:avLst/>
            </a:prstGeom>
          </p:spPr>
        </p:pic>
        <p:sp>
          <p:nvSpPr>
            <p:cNvPr id="12" name="Rectangle 11">
              <a:extLst>
                <a:ext uri="{FF2B5EF4-FFF2-40B4-BE49-F238E27FC236}">
                  <a16:creationId xmlns:a16="http://schemas.microsoft.com/office/drawing/2014/main" id="{00DAC33D-3163-C1D8-3C9C-09345D442B34}"/>
                </a:ext>
              </a:extLst>
            </p:cNvPr>
            <p:cNvSpPr/>
            <p:nvPr/>
          </p:nvSpPr>
          <p:spPr>
            <a:xfrm>
              <a:off x="0" y="4474723"/>
              <a:ext cx="7237378" cy="668777"/>
            </a:xfrm>
            <a:prstGeom prst="rect">
              <a:avLst/>
            </a:prstGeom>
            <a:gradFill flip="none" rotWithShape="1">
              <a:gsLst>
                <a:gs pos="0">
                  <a:schemeClr val="bg1">
                    <a:alpha val="0"/>
                  </a:schemeClr>
                </a:gs>
                <a:gs pos="56000">
                  <a:schemeClr val="bg1">
                    <a:alpha val="94000"/>
                  </a:schemeClr>
                </a:gs>
                <a:gs pos="100000">
                  <a:schemeClr val="lt1">
                    <a:shade val="100000"/>
                    <a:satMod val="115000"/>
                  </a:schemeClr>
                </a:gs>
              </a:gsLst>
              <a:lin ang="5400000" scaled="1"/>
              <a:tileRect/>
            </a:gra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pt-PT"/>
            </a:p>
          </p:txBody>
        </p:sp>
        <p:sp>
          <p:nvSpPr>
            <p:cNvPr id="8" name="TextBox 7">
              <a:extLst>
                <a:ext uri="{FF2B5EF4-FFF2-40B4-BE49-F238E27FC236}">
                  <a16:creationId xmlns:a16="http://schemas.microsoft.com/office/drawing/2014/main" id="{56C30EFE-9F1F-2C44-00D6-C80BA31F0E5D}"/>
                </a:ext>
              </a:extLst>
            </p:cNvPr>
            <p:cNvSpPr txBox="1"/>
            <p:nvPr/>
          </p:nvSpPr>
          <p:spPr>
            <a:xfrm>
              <a:off x="1270777" y="4871322"/>
              <a:ext cx="4964708" cy="289946"/>
            </a:xfrm>
            <a:prstGeom prst="rect">
              <a:avLst/>
            </a:prstGeom>
            <a:noFill/>
          </p:spPr>
          <p:txBody>
            <a:bodyPr wrap="square">
              <a:spAutoFit/>
            </a:bodyPr>
            <a:lstStyle/>
            <a:p>
              <a:pPr>
                <a:lnSpc>
                  <a:spcPts val="1425"/>
                </a:lnSpc>
              </a:pP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  </a:t>
              </a:r>
              <a:r>
                <a:rPr lang="pt-PT" sz="1100" b="1" dirty="0" err="1">
                  <a:solidFill>
                    <a:sysClr val="windowText" lastClr="000000"/>
                  </a:solidFill>
                  <a:latin typeface="Consolas" panose="020B0609020204030204" pitchFamily="49" charset="0"/>
                </a:rPr>
                <a:t>avg</a:t>
              </a:r>
              <a:endParaRPr lang="pt-PT" sz="1100" b="1" dirty="0">
                <a:solidFill>
                  <a:sysClr val="windowText" lastClr="000000"/>
                </a:solidFill>
                <a:effectLst/>
                <a:latin typeface="Consolas" panose="020B0609020204030204" pitchFamily="49" charset="0"/>
              </a:endParaRPr>
            </a:p>
          </p:txBody>
        </p:sp>
      </p:grpSp>
      <p:sp>
        <p:nvSpPr>
          <p:cNvPr id="15" name="Shape 5">
            <a:extLst>
              <a:ext uri="{FF2B5EF4-FFF2-40B4-BE49-F238E27FC236}">
                <a16:creationId xmlns:a16="http://schemas.microsoft.com/office/drawing/2014/main" id="{D51A13EB-D56E-43FD-5C19-116163EF8193}"/>
              </a:ext>
            </a:extLst>
          </p:cNvPr>
          <p:cNvSpPr/>
          <p:nvPr/>
        </p:nvSpPr>
        <p:spPr>
          <a:xfrm>
            <a:off x="6557498" y="1717559"/>
            <a:ext cx="2296942" cy="1005543"/>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CD316DB7-5963-8D65-757D-F2AEEA0AE4E3}"/>
              </a:ext>
            </a:extLst>
          </p:cNvPr>
          <p:cNvSpPr/>
          <p:nvPr/>
        </p:nvSpPr>
        <p:spPr>
          <a:xfrm>
            <a:off x="6694657" y="1754136"/>
            <a:ext cx="2221523" cy="457200"/>
          </a:xfrm>
          <a:prstGeom prst="rect">
            <a:avLst/>
          </a:prstGeom>
          <a:noFill/>
          <a:ln/>
        </p:spPr>
        <p:txBody>
          <a:bodyPr wrap="square" lIns="0" tIns="0" rIns="0" bIns="0" rtlCol="0" anchor="ctr"/>
          <a:lstStyle/>
          <a:p>
            <a:pPr marL="0" indent="0">
              <a:buNone/>
            </a:pPr>
            <a:r>
              <a:rPr lang="en-US" sz="2000" b="1" dirty="0">
                <a:solidFill>
                  <a:srgbClr val="E97C35"/>
                </a:solidFill>
                <a:latin typeface="Trebuchet MS" pitchFamily="34" charset="0"/>
                <a:ea typeface="Trebuchet MS" pitchFamily="34" charset="-122"/>
                <a:cs typeface="Trebuchet MS" pitchFamily="34" charset="-120"/>
              </a:rPr>
              <a:t>Ensemble &gt; Solo</a:t>
            </a:r>
            <a:endParaRPr lang="en-US" sz="2000" dirty="0"/>
          </a:p>
        </p:txBody>
      </p:sp>
      <p:sp>
        <p:nvSpPr>
          <p:cNvPr id="18" name="Text 8">
            <a:extLst>
              <a:ext uri="{FF2B5EF4-FFF2-40B4-BE49-F238E27FC236}">
                <a16:creationId xmlns:a16="http://schemas.microsoft.com/office/drawing/2014/main" id="{5F933E2D-A508-CDF2-D627-41385D1FF461}"/>
              </a:ext>
            </a:extLst>
          </p:cNvPr>
          <p:cNvSpPr/>
          <p:nvPr/>
        </p:nvSpPr>
        <p:spPr>
          <a:xfrm>
            <a:off x="6694658" y="2229624"/>
            <a:ext cx="2159782"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As we could confirm some ensembles allowed us to achieve better performance than solo models</a:t>
            </a:r>
            <a:endParaRPr lang="en-US" sz="1100" dirty="0"/>
          </a:p>
        </p:txBody>
      </p:sp>
      <p:pic>
        <p:nvPicPr>
          <p:cNvPr id="22" name="Picture 21">
            <a:extLst>
              <a:ext uri="{FF2B5EF4-FFF2-40B4-BE49-F238E27FC236}">
                <a16:creationId xmlns:a16="http://schemas.microsoft.com/office/drawing/2014/main" id="{E35450A7-A6BC-02ED-01D9-126858FADB8E}"/>
              </a:ext>
            </a:extLst>
          </p:cNvPr>
          <p:cNvPicPr>
            <a:picLocks noChangeAspect="1"/>
          </p:cNvPicPr>
          <p:nvPr/>
        </p:nvPicPr>
        <p:blipFill>
          <a:blip r:embed="rId3"/>
          <a:stretch>
            <a:fillRect/>
          </a:stretch>
        </p:blipFill>
        <p:spPr>
          <a:xfrm>
            <a:off x="6632917" y="2786616"/>
            <a:ext cx="2221523" cy="2154204"/>
          </a:xfrm>
          <a:prstGeom prst="rect">
            <a:avLst/>
          </a:prstGeom>
          <a:effectLst>
            <a:outerShdw blurRad="50800" dist="38100" dir="5400000" algn="t" rotWithShape="0">
              <a:prstClr val="black">
                <a:alpha val="40000"/>
              </a:prstClr>
            </a:outerShdw>
          </a:effectLst>
        </p:spPr>
      </p:pic>
      <p:sp>
        <p:nvSpPr>
          <p:cNvPr id="16" name="Shape 6">
            <a:extLst>
              <a:ext uri="{FF2B5EF4-FFF2-40B4-BE49-F238E27FC236}">
                <a16:creationId xmlns:a16="http://schemas.microsoft.com/office/drawing/2014/main" id="{BD1B1707-4C81-7C17-0B63-7827F2B1DF31}"/>
              </a:ext>
            </a:extLst>
          </p:cNvPr>
          <p:cNvSpPr/>
          <p:nvPr/>
        </p:nvSpPr>
        <p:spPr>
          <a:xfrm>
            <a:off x="6557497" y="1717559"/>
            <a:ext cx="75419" cy="3220493"/>
          </a:xfrm>
          <a:prstGeom prst="rect">
            <a:avLst/>
          </a:prstGeom>
          <a:solidFill>
            <a:srgbClr val="E97C35"/>
          </a:solidFill>
          <a:ln w="12700">
            <a:solidFill>
              <a:srgbClr val="E97C35"/>
            </a:solidFill>
            <a:prstDash val="solid"/>
          </a:ln>
        </p:spPr>
        <p:txBody>
          <a:bodyPr/>
          <a:lstStyle/>
          <a:p>
            <a:endParaRPr lang="pt-PT"/>
          </a:p>
        </p:txBody>
      </p:sp>
    </p:spTree>
    <p:extLst>
      <p:ext uri="{BB962C8B-B14F-4D97-AF65-F5344CB8AC3E}">
        <p14:creationId xmlns:p14="http://schemas.microsoft.com/office/powerpoint/2010/main" val="23890972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rtlCol="0" anchor="t"/>
          <a:lstStyle/>
          <a:p>
            <a:pPr>
              <a:buNone/>
            </a:pPr>
            <a:r>
              <a:rPr lang="en-US" sz="1400" b="1" dirty="0">
                <a:solidFill>
                  <a:srgbClr val="00A896"/>
                </a:solidFill>
                <a:latin typeface="Trebuchet MS" pitchFamily="34" charset="0"/>
              </a:rPr>
              <a:t>What Worked</a:t>
            </a:r>
          </a:p>
          <a:p>
            <a:pPr marL="228600" indent="-228600">
              <a:buChar char="✓"/>
            </a:pPr>
            <a:r>
              <a:rPr lang="en-US" sz="1100" b="1" dirty="0">
                <a:solidFill>
                  <a:srgbClr val="028090"/>
                </a:solidFill>
                <a:latin typeface="Calibri" pitchFamily="34" charset="0"/>
              </a:rPr>
              <a:t>Label smoothing (0.10-0.15)</a:t>
            </a:r>
          </a:p>
          <a:p>
            <a:pPr lvl="1"/>
            <a:r>
              <a:rPr lang="en-US" sz="1000" dirty="0">
                <a:solidFill>
                  <a:srgbClr val="1A2B3C"/>
                </a:solidFill>
                <a:latin typeface="Calibri" pitchFamily="34" charset="0"/>
              </a:rPr>
              <a:t>- all top-6 solos use it; </a:t>
            </a:r>
          </a:p>
          <a:p>
            <a:pPr lvl="1"/>
            <a:r>
              <a:rPr lang="en-US" sz="1000" dirty="0">
                <a:solidFill>
                  <a:srgbClr val="1A2B3C"/>
                </a:solidFill>
                <a:latin typeface="Calibri" pitchFamily="34" charset="0"/>
              </a:rPr>
              <a:t>- +0.017-0.019 vs no-LS baselines</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creates diversity for ensembles</a:t>
            </a:r>
          </a:p>
          <a:p>
            <a:pPr marL="228600" indent="-228600">
              <a:buChar char="✓"/>
            </a:pPr>
            <a:r>
              <a:rPr lang="en-US" sz="1100" b="1" dirty="0">
                <a:solidFill>
                  <a:srgbClr val="028090"/>
                </a:solidFill>
                <a:latin typeface="Calibri" pitchFamily="34" charset="0"/>
              </a:rPr>
              <a:t>BatchNorm1d</a:t>
            </a:r>
          </a:p>
          <a:p>
            <a:pPr lvl="1"/>
            <a:r>
              <a:rPr lang="en-US" sz="1000" dirty="0">
                <a:solidFill>
                  <a:srgbClr val="1A2B3C"/>
                </a:solidFill>
                <a:latin typeface="Calibri" pitchFamily="34" charset="0"/>
              </a:rPr>
              <a:t>- </a:t>
            </a:r>
            <a:r>
              <a:rPr lang="en-US" sz="1000" dirty="0" err="1">
                <a:solidFill>
                  <a:srgbClr val="1A2B3C"/>
                </a:solidFill>
                <a:latin typeface="Calibri" pitchFamily="34" charset="0"/>
              </a:rPr>
              <a:t>stabilises</a:t>
            </a:r>
            <a:r>
              <a:rPr lang="en-US" sz="1000" dirty="0">
                <a:solidFill>
                  <a:srgbClr val="1A2B3C"/>
                </a:solidFill>
                <a:latin typeface="Calibri" pitchFamily="34" charset="0"/>
              </a:rPr>
              <a:t> gradients on 12 288-dim flat input </a:t>
            </a:r>
          </a:p>
          <a:p>
            <a:pPr lvl="1"/>
            <a:r>
              <a:rPr lang="en-US" sz="1000" dirty="0">
                <a:solidFill>
                  <a:srgbClr val="1A2B3C"/>
                </a:solidFill>
                <a:latin typeface="Calibri" pitchFamily="34" charset="0"/>
              </a:rPr>
              <a:t>- (model B &gt; A by +0.002)</a:t>
            </a:r>
          </a:p>
          <a:p>
            <a:pPr marL="228600" indent="-228600">
              <a:buChar char="✓"/>
            </a:pPr>
            <a:r>
              <a:rPr lang="en-US" sz="1100" b="1" dirty="0">
                <a:solidFill>
                  <a:srgbClr val="028090"/>
                </a:solidFill>
                <a:latin typeface="Calibri" pitchFamily="34" charset="0"/>
              </a:rPr>
              <a:t>Soft ensemble C+E</a:t>
            </a:r>
          </a:p>
          <a:p>
            <a:pPr lvl="1"/>
            <a:r>
              <a:rPr lang="en-US" sz="1000" dirty="0">
                <a:solidFill>
                  <a:srgbClr val="1A2B3C"/>
                </a:solidFill>
                <a:latin typeface="Calibri" pitchFamily="34" charset="0"/>
              </a:rPr>
              <a:t>- +0.003 over best solo; </a:t>
            </a:r>
          </a:p>
          <a:p>
            <a:pPr lvl="1"/>
            <a:r>
              <a:rPr lang="en-US" sz="1000" dirty="0">
                <a:solidFill>
                  <a:srgbClr val="1A2B3C"/>
                </a:solidFill>
                <a:latin typeface="Calibri" pitchFamily="34" charset="0"/>
              </a:rPr>
              <a:t>- diversity of error correction wins over strength</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rtlCol="0" anchor="t"/>
          <a:lstStyle/>
          <a:p>
            <a:pPr>
              <a:buNone/>
            </a:pPr>
            <a:r>
              <a:rPr lang="en-US" sz="1400" b="1" dirty="0">
                <a:solidFill>
                  <a:srgbClr val="C0392B"/>
                </a:solidFill>
                <a:latin typeface="Trebuchet MS" pitchFamily="34" charset="0"/>
              </a:rPr>
              <a:t>What Did Not Work</a:t>
            </a:r>
          </a:p>
          <a:p>
            <a:pPr marL="228600" indent="-228600">
              <a:buChar char="✗"/>
            </a:pPr>
            <a:r>
              <a:rPr lang="en-US" sz="1100" b="1" dirty="0">
                <a:solidFill>
                  <a:srgbClr val="C0392B"/>
                </a:solidFill>
                <a:latin typeface="Calibri" pitchFamily="34" charset="0"/>
              </a:rPr>
              <a:t>Augmentation (flip/jitter/rotate)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0.047 F1; MLP has no spatial invariance, flipped images = different vectors</a:t>
            </a:r>
          </a:p>
          <a:p>
            <a:pPr marL="228600" indent="-228600">
              <a:buChar char="✗"/>
            </a:pPr>
            <a:r>
              <a:rPr lang="en-US" sz="1100" b="1" dirty="0">
                <a:solidFill>
                  <a:srgbClr val="C0392B"/>
                </a:solidFill>
                <a:latin typeface="Calibri" pitchFamily="34" charset="0"/>
              </a:rPr>
              <a:t>Wider first layer (1024)</a:t>
            </a:r>
          </a:p>
          <a:p>
            <a:pPr lvl="1"/>
            <a:r>
              <a:rPr lang="en-US" sz="1000" dirty="0">
                <a:solidFill>
                  <a:srgbClr val="1A2B3C"/>
                </a:solidFill>
                <a:latin typeface="Calibri" pitchFamily="34" charset="0"/>
              </a:rPr>
              <a:t>- L=0.220;  more capacity = more memorisation on 2 880 samples (doesn’t generalize well)</a:t>
            </a:r>
          </a:p>
          <a:p>
            <a:pPr marL="228600" indent="-228600">
              <a:buChar char="✗"/>
            </a:pPr>
            <a:r>
              <a:rPr lang="en-US" sz="1100" b="1" dirty="0">
                <a:solidFill>
                  <a:srgbClr val="C0392B"/>
                </a:solidFill>
                <a:latin typeface="Calibri" pitchFamily="34" charset="0"/>
              </a:rPr>
              <a:t>Deeper net (4 layers) </a:t>
            </a:r>
          </a:p>
          <a:p>
            <a:pPr lvl="1"/>
            <a:r>
              <a:rPr lang="en-US" sz="1000" dirty="0">
                <a:solidFill>
                  <a:srgbClr val="1A2B3C"/>
                </a:solidFill>
                <a:latin typeface="Calibri" pitchFamily="34" charset="0"/>
              </a:rPr>
              <a:t>- S=0.191; extra depth can not be regularised effectively on small data</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0.136; colour is the primary discriminative signal, removing it destroys performance</a:t>
            </a:r>
          </a:p>
          <a:p>
            <a:pPr marL="228600" indent="-228600">
              <a:buChar char="✗"/>
            </a:pPr>
            <a:r>
              <a:rPr lang="en-US" sz="1100" b="1" dirty="0">
                <a:solidFill>
                  <a:srgbClr val="C0392B"/>
                </a:solidFill>
                <a:latin typeface="Calibri" pitchFamily="34" charset="0"/>
              </a:rPr>
              <a:t>Sampler + CW together (model O)</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0.192; double-compensating imbalance over-corrects</a:t>
            </a:r>
          </a:p>
          <a:p>
            <a:pPr marL="228600" indent="-228600">
              <a:buChar char="✗"/>
            </a:pPr>
            <a:r>
              <a:rPr lang="en-US" sz="1100" b="1" dirty="0">
                <a:solidFill>
                  <a:srgbClr val="C0392B"/>
                </a:solidFill>
                <a:latin typeface="Calibri" pitchFamily="34" charset="0"/>
              </a:rPr>
              <a:t>Strong weight decay (1e-4)</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D=0.186; combined with LS + dropout = too many simultaneous constraints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Ceiling ~0.24</a:t>
            </a:r>
          </a:p>
        </p:txBody>
      </p:sp>
      <p:pic>
        <p:nvPicPr>
          <p:cNvPr id="7" name="Picture 6">
            <a:extLst>
              <a:ext uri="{FF2B5EF4-FFF2-40B4-BE49-F238E27FC236}">
                <a16:creationId xmlns:a16="http://schemas.microsoft.com/office/drawing/2014/main" id="{F4E8ABD3-4087-6919-0590-2915AFA9C878}"/>
              </a:ext>
            </a:extLst>
          </p:cNvPr>
          <p:cNvPicPr>
            <a:picLocks noChangeAspect="1"/>
          </p:cNvPicPr>
          <p:nvPr/>
        </p:nvPicPr>
        <p:blipFill>
          <a:blip r:embed="rId2"/>
          <a:srcRect b="49653"/>
          <a:stretch>
            <a:fillRect/>
          </a:stretch>
        </p:blipFill>
        <p:spPr>
          <a:xfrm>
            <a:off x="104989" y="714241"/>
            <a:ext cx="8950723" cy="2030640"/>
          </a:xfrm>
          <a:prstGeom prst="rect">
            <a:avLst/>
          </a:prstGeom>
          <a:effectLst>
            <a:outerShdw blurRad="50800" dist="38100" dir="5400000" algn="t" rotWithShape="0">
              <a:prstClr val="black">
                <a:alpha val="40000"/>
              </a:prstClr>
            </a:outerShdw>
          </a:effectLst>
        </p:spPr>
      </p:pic>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best </a:t>
            </a:r>
            <a:r>
              <a:rPr lang="en-US" sz="1000" dirty="0" err="1">
                <a:solidFill>
                  <a:srgbClr val="AACCD8"/>
                </a:solidFill>
                <a:latin typeface="Calibri" pitchFamily="34" charset="0"/>
              </a:rPr>
              <a:t>val</a:t>
            </a:r>
            <a:r>
              <a:rPr lang="en-US" sz="1000" dirty="0">
                <a:solidFill>
                  <a:srgbClr val="AACCD8"/>
                </a:solidFill>
                <a:latin typeface="Calibri" pitchFamily="34" charset="0"/>
              </a:rPr>
              <a:t> macro-F1 (ensemble C+E)</a:t>
            </a:r>
          </a:p>
          <a:p>
            <a:r>
              <a:rPr lang="en-US" sz="2800" b="1" dirty="0">
                <a:solidFill>
                  <a:srgbClr val="FFFFFF"/>
                </a:solidFill>
                <a:latin typeface="Trebuchet MS" pitchFamily="34" charset="0"/>
              </a:rPr>
              <a:t>0.2428</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dirty="0">
                <a:solidFill>
                  <a:srgbClr val="FFFFFF"/>
                </a:solidFill>
                <a:latin typeface="Trebuchet MS" pitchFamily="34" charset="0"/>
              </a:rPr>
              <a:t>0.2288</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rtlCol="0" anchor="t"/>
          <a:lstStyle/>
          <a:p>
            <a:pPr>
              <a:buNone/>
            </a:pPr>
            <a:r>
              <a:rPr lang="en-US" sz="1300" b="1" dirty="0">
                <a:solidFill>
                  <a:srgbClr val="00A896"/>
                </a:solidFill>
                <a:latin typeface="Trebuchet MS" pitchFamily="34" charset="0"/>
              </a:rPr>
              <a:t>Why ~0.24 is the MLP wall</a:t>
            </a:r>
          </a:p>
          <a:p>
            <a:pPr marL="228600" indent="-228600">
              <a:buChar char="•"/>
            </a:pPr>
            <a:r>
              <a:rPr lang="en-US" sz="1100" dirty="0">
                <a:solidFill>
                  <a:srgbClr val="AACCD8"/>
                </a:solidFill>
                <a:latin typeface="Calibri" pitchFamily="34" charset="0"/>
              </a:rPr>
              <a:t>Feature-to-sample ratio d/n = 4.27 (want &lt;= 1)</a:t>
            </a:r>
          </a:p>
          <a:p>
            <a:pPr marL="228600" indent="-228600">
              <a:buChar char="•"/>
            </a:pPr>
            <a:r>
              <a:rPr lang="en-US" sz="1100" dirty="0">
                <a:solidFill>
                  <a:srgbClr val="AACCD8"/>
                </a:solidFill>
                <a:latin typeface="Calibri" pitchFamily="34" charset="0"/>
              </a:rPr>
              <a:t>12 288 features, only 2 880 training samples — extremely sparse space</a:t>
            </a:r>
          </a:p>
          <a:p>
            <a:pPr marL="228600" indent="-228600">
              <a:buChar char="•"/>
            </a:pPr>
            <a:r>
              <a:rPr lang="en-US" sz="1100" dirty="0">
                <a:solidFill>
                  <a:srgbClr val="AACCD8"/>
                </a:solidFill>
                <a:latin typeface="Calibri" pitchFamily="34" charset="0"/>
              </a:rPr>
              <a:t>No spatial inductive bias — MLP is essentially a colour histogram classifier</a:t>
            </a:r>
          </a:p>
          <a:p>
            <a:pPr marL="228600" indent="-228600">
              <a:buChar char="•"/>
            </a:pPr>
            <a:r>
              <a:rPr lang="en-US" sz="1100" dirty="0">
                <a:solidFill>
                  <a:srgbClr val="AACCD8"/>
                </a:solidFill>
                <a:latin typeface="Calibri" pitchFamily="34" charset="0"/>
              </a:rPr>
              <a:t>All top-6 models within 0.004 F1 — search is saturated</a:t>
            </a:r>
          </a:p>
          <a:p>
            <a:pPr>
              <a:buNone/>
            </a:pPr>
            <a:r>
              <a:rPr lang="en-US" sz="1100" b="1" dirty="0">
                <a:solidFill>
                  <a:srgbClr val="00A896"/>
                </a:solidFill>
                <a:latin typeface="Calibri" pitchFamily="34" charset="0"/>
              </a:rPr>
              <a:t>Next: CNN (Task 2) — spatial inductive bias will break this ceiling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3</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44 min</a:t>
            </a:r>
            <a:endParaRPr lang="en-US" sz="2200" dirty="0"/>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total wall-clock (19 solo runs)</a:t>
            </a:r>
            <a:endParaRPr lang="en-US" sz="1000" dirty="0"/>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marL="0" indent="0" algn="ctr">
              <a:buNone/>
            </a:pPr>
            <a:r>
              <a:rPr lang="en-US" sz="2200" b="1" dirty="0">
                <a:solidFill>
                  <a:srgbClr val="27AE60"/>
                </a:solidFill>
                <a:latin typeface="Trebuchet MS" pitchFamily="34" charset="0"/>
                <a:ea typeface="Trebuchet MS" pitchFamily="34" charset="-122"/>
                <a:cs typeface="Trebuchet MS" pitchFamily="34" charset="-120"/>
              </a:rPr>
              <a:t>&lt; 100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GPU memory peak (MLP is tiny)</a:t>
            </a:r>
            <a:endParaRPr lang="en-US" sz="1000" dirty="0"/>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dirty="0">
                <a:solidFill>
                  <a:srgbClr val="E97C35"/>
                </a:solidFill>
                <a:latin typeface="Trebuchet MS" pitchFamily="34" charset="0"/>
                <a:ea typeface="Trebuchet MS" pitchFamily="34" charset="-122"/>
                <a:cs typeface="Trebuchet MS" pitchFamily="34" charset="-120"/>
              </a:rPr>
              <a:t>73%</a:t>
            </a:r>
            <a:endParaRPr lang="en-US" sz="2200" dirty="0"/>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4177813593"/>
              </p:ext>
            </p:extLst>
          </p:nvPr>
        </p:nvGraphicFramePr>
        <p:xfrm>
          <a:off x="347472" y="1910715"/>
          <a:ext cx="8449056" cy="2139696"/>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K_v2_wd1e5  —  58.6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Stopped at epoch 13 (light reg → fast plateau)</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Q_wider_sampler  —  172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 epochs; wider model + sampler slows convergence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00000"/>
                          </a:solidFill>
                          <a:latin typeface="Calibri" pitchFamily="34" charset="0"/>
                          <a:ea typeface="Calibri" pitchFamily="34" charset="-122"/>
                          <a:cs typeface="Calibri" pitchFamily="34" charset="-120"/>
                        </a:rPr>
                        <a:t>~108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Across 19 solo runs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144 s  —  32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EarlyStopping saved best at epoch 21</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Smoke-test mode: 5 epochs, 100 samples — used for debugging</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5-fold CV × 19 experiments ≈ 95 training runs ≈ 144 min — exceeds the 1h Colab budget. Stratified 80/20 with fixed seed is the correct trade-off: relative experiment ranking is valid even if absolute F1 has ±0.02 noise from a single split.</a:t>
            </a:r>
            <a:endParaRPr lang="en-US" sz="1000" dirty="0"/>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3</a:t>
            </a:r>
            <a:endParaRPr lang="pt-PT" sz="1600" b="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Early Stopping — Results Across All Experiments</a:t>
            </a:r>
            <a:endParaRPr lang="en-US" sz="2200" dirty="0"/>
          </a:p>
        </p:txBody>
      </p:sp>
      <p:sp>
        <p:nvSpPr>
          <p:cNvPr id="4" name="Shape 2"/>
          <p:cNvSpPr/>
          <p:nvPr/>
        </p:nvSpPr>
        <p:spPr>
          <a:xfrm>
            <a:off x="7635240" y="109728"/>
            <a:ext cx="137160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426465843"/>
              </p:ext>
            </p:extLst>
          </p:nvPr>
        </p:nvGraphicFramePr>
        <p:xfrm>
          <a:off x="347472" y="644652"/>
          <a:ext cx="8449056" cy="412394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74904">
                <a:tc>
                  <a:txBody>
                    <a:bodyPr/>
                    <a:lstStyle/>
                    <a:p>
                      <a:pPr marL="0" indent="0">
                        <a:buNone/>
                      </a:pPr>
                      <a:r>
                        <a:rPr lang="en-US" sz="1400" dirty="0">
                          <a:solidFill>
                            <a:srgbClr val="000000"/>
                          </a:solidFill>
                        </a:rPr>
                        <a:t>A_vanilla</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21/30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Simple model finds plateau quickly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400" dirty="0">
                          <a:solidFill>
                            <a:srgbClr val="000000"/>
                          </a:solidFill>
                        </a:rPr>
                        <a:t>B_mlp_base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Heavy dropout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400" dirty="0">
                          <a:solidFill>
                            <a:srgbClr val="000000"/>
                          </a:solidFill>
                        </a:rPr>
                        <a:t>C_ls01_drop03</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LS adds noise → peak at ep21, patience exhausted ep28</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400" dirty="0">
                          <a:solidFill>
                            <a:srgbClr val="000000"/>
                          </a:solidFill>
                        </a:rPr>
                        <a:t>D_wd1e4</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L2 + LS + Dropout = too many constraints, never converges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400" dirty="0">
                          <a:solidFill>
                            <a:srgbClr val="000000"/>
                          </a:solidFill>
                        </a:rPr>
                        <a:t>E_sampler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23/30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Sampler + LS converges cleanly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400" dirty="0">
                          <a:solidFill>
                            <a:srgbClr val="000000"/>
                          </a:solidFill>
                        </a:rPr>
                        <a:t>F_narrow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Barely</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Narrow arch is the bottleneck — very slow to plateau</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400" dirty="0">
                          <a:solidFill>
                            <a:srgbClr val="000000"/>
                          </a:solidFill>
                        </a:rPr>
                        <a:t>G_bottleneck</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Wide bottleneck still slowly improving — needs more epochs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400" dirty="0">
                          <a:solidFill>
                            <a:srgbClr val="000000"/>
                          </a:solidFill>
                        </a:rPr>
                        <a:t>O_c_sampler_cw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Double-compensation confuses the optimiser — never peaks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400" dirty="0">
                          <a:solidFill>
                            <a:srgbClr val="000000"/>
                          </a:solidFill>
                        </a:rPr>
                        <a:t>Q_wider_sampler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Patience=7 allows &gt;30 epochs when plateau is very slow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74904">
                <a:tc>
                  <a:txBody>
                    <a:bodyPr/>
                    <a:lstStyle/>
                    <a:p>
                      <a:pPr marL="0" indent="0">
                        <a:buNone/>
                      </a:pPr>
                      <a:r>
                        <a:rPr lang="en-US" sz="1400" dirty="0">
                          <a:solidFill>
                            <a:srgbClr val="000000"/>
                          </a:solidFill>
                        </a:rPr>
                        <a:t>R_ls015_drop03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Best checkpoint at ep21; patience runs out at ep32</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Shape 2">
            <a:extLst>
              <a:ext uri="{FF2B5EF4-FFF2-40B4-BE49-F238E27FC236}">
                <a16:creationId xmlns:a16="http://schemas.microsoft.com/office/drawing/2014/main" id="{19C6034F-83B9-2393-B074-9BCEEDF2312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7" name="Rectangle: Rounded Corners 6">
            <a:extLst>
              <a:ext uri="{FF2B5EF4-FFF2-40B4-BE49-F238E27FC236}">
                <a16:creationId xmlns:a16="http://schemas.microsoft.com/office/drawing/2014/main" id="{A87C9746-02DE-E79B-7221-A06138DE9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3</a:t>
            </a:r>
            <a:endParaRPr lang="pt-PT" sz="1600" b="1"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TRAIN EFF.</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3</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dirty="0">
                <a:solidFill>
                  <a:srgbClr val="1A2B3C"/>
                </a:solidFill>
                <a:latin typeface="Calibri"/>
              </a:rPr>
              <a:t>1      2.319          2.254          0.106          0.085</a:t>
            </a:r>
          </a:p>
          <a:p>
            <a:pPr>
              <a:buNone/>
            </a:pPr>
            <a:r>
              <a:rPr lang="en-US" sz="1000" dirty="0">
                <a:solidFill>
                  <a:srgbClr val="1A2B3C"/>
                </a:solidFill>
                <a:latin typeface="Calibri"/>
              </a:rPr>
              <a:t>5      2.169          2.167          0.207          0.137</a:t>
            </a:r>
          </a:p>
          <a:p>
            <a:pPr>
              <a:buNone/>
            </a:pPr>
            <a:r>
              <a:rPr lang="en-US" sz="1000" dirty="0">
                <a:solidFill>
                  <a:srgbClr val="1A2B3C"/>
                </a:solidFill>
                <a:latin typeface="Calibri"/>
              </a:rPr>
              <a:t>10    1.948          2.150          0.437          0.209</a:t>
            </a:r>
          </a:p>
          <a:p>
            <a:pPr>
              <a:buNone/>
            </a:pPr>
            <a:r>
              <a:rPr lang="en-US" sz="1000" dirty="0">
                <a:solidFill>
                  <a:srgbClr val="1A2B3C"/>
                </a:solidFill>
                <a:latin typeface="Calibri"/>
              </a:rPr>
              <a:t>15    1.534          2.181          0.674          0.224</a:t>
            </a:r>
          </a:p>
          <a:p>
            <a:pPr>
              <a:buNone/>
            </a:pPr>
            <a:r>
              <a:rPr lang="en-US" sz="1000" dirty="0">
                <a:solidFill>
                  <a:srgbClr val="1A2B3C"/>
                </a:solidFill>
                <a:latin typeface="Calibri"/>
              </a:rPr>
              <a:t>20    1.362          2.225          0.783          0.234</a:t>
            </a:r>
          </a:p>
          <a:p>
            <a:pPr>
              <a:buNone/>
            </a:pPr>
            <a:r>
              <a:rPr lang="en-US" sz="1000" b="1" dirty="0">
                <a:solidFill>
                  <a:srgbClr val="00A896"/>
                </a:solidFill>
                <a:latin typeface="Calibri"/>
              </a:rPr>
              <a:t>25 *  1.202          2.252          0.873          0.240  ← checkpoint</a:t>
            </a:r>
          </a:p>
          <a:p>
            <a:pPr>
              <a:buNone/>
            </a:pPr>
            <a:r>
              <a:rPr lang="en-US" sz="1000" dirty="0">
                <a:solidFill>
                  <a:srgbClr val="1A2B3C"/>
                </a:solidFill>
                <a:latin typeface="Calibri"/>
              </a:rPr>
              <a:t>30    1.172          2.256          0.899          0.231</a:t>
            </a:r>
          </a:p>
          <a:p>
            <a:pPr>
              <a:buNone/>
            </a:pPr>
            <a:r>
              <a:rPr lang="en-US" sz="1000" dirty="0">
                <a:solidFill>
                  <a:srgbClr val="1A2B3C"/>
                </a:solidFill>
                <a:latin typeface="Calibri"/>
              </a:rPr>
              <a:t>32    1.142          2.256          0.913          0.225</a:t>
            </a:r>
          </a:p>
        </p:txBody>
      </p:sp>
      <p:pic>
        <p:nvPicPr>
          <p:cNvPr id="13" name="Picture 12">
            <a:extLst>
              <a:ext uri="{FF2B5EF4-FFF2-40B4-BE49-F238E27FC236}">
                <a16:creationId xmlns:a16="http://schemas.microsoft.com/office/drawing/2014/main" id="{6764680F-6E4D-0A7B-3716-7F38FCB545BC}"/>
              </a:ext>
            </a:extLst>
          </p:cNvPr>
          <p:cNvPicPr>
            <a:picLocks noChangeAspect="1"/>
          </p:cNvPicPr>
          <p:nvPr/>
        </p:nvPicPr>
        <p:blipFill>
          <a:blip r:embed="rId2"/>
          <a:stretch>
            <a:fillRect/>
          </a:stretch>
        </p:blipFill>
        <p:spPr>
          <a:xfrm>
            <a:off x="537037" y="2612390"/>
            <a:ext cx="7694855" cy="2520078"/>
          </a:xfrm>
          <a:prstGeom prst="rect">
            <a:avLst/>
          </a:prstGeom>
        </p:spPr>
      </p:pic>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Saves best checkpoint .pth per run</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Allows &gt;30 epochs when plateau is slow (Q ran 37)</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4</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pitchFamily="34" charset="0"/>
                <a:ea typeface="Trebuchet MS" pitchFamily="34" charset="-122"/>
                <a:cs typeface="Trebuchet MS" pitchFamily="34" charset="-120"/>
              </a:rPr>
              <a:t>0.2428</a:t>
            </a:r>
            <a:endParaRPr lang="en-US" sz="3200" dirty="0"/>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val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(ensemble C+E)</a:t>
            </a:r>
            <a:endParaRPr lang="en-US" sz="1100" dirty="0"/>
          </a:p>
        </p:txBody>
      </p:sp>
      <p:sp>
        <p:nvSpPr>
          <p:cNvPr id="10" name="Shape 8"/>
          <p:cNvSpPr/>
          <p:nvPr/>
        </p:nvSpPr>
        <p:spPr>
          <a:xfrm>
            <a:off x="2523744"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dirty="0">
                <a:solidFill>
                  <a:srgbClr val="02C39A"/>
                </a:solidFill>
                <a:latin typeface="Trebuchet MS" pitchFamily="34" charset="0"/>
                <a:ea typeface="Trebuchet MS" pitchFamily="34" charset="-122"/>
                <a:cs typeface="Trebuchet MS" pitchFamily="34" charset="-120"/>
              </a:rPr>
              <a:t>0.2396</a:t>
            </a:r>
            <a:endParaRPr lang="en-US" sz="3200" dirty="0"/>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(R_ls015_drop03)</a:t>
            </a:r>
            <a:endParaRPr lang="en-US" sz="1100" dirty="0"/>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dirty="0">
                <a:solidFill>
                  <a:srgbClr val="E97C35"/>
                </a:solidFill>
                <a:latin typeface="Trebuchet MS" pitchFamily="34" charset="0"/>
                <a:ea typeface="Trebuchet MS" pitchFamily="34" charset="-122"/>
                <a:cs typeface="Trebuchet MS" pitchFamily="34" charset="-120"/>
              </a:rPr>
              <a:t>0.2288</a:t>
            </a:r>
            <a:endParaRPr lang="en-US" sz="3200" dirty="0"/>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Kaggle public score</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18" name="Shape 16"/>
          <p:cNvSpPr/>
          <p:nvPr/>
        </p:nvSpPr>
        <p:spPr>
          <a:xfrm>
            <a:off x="6876288"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27AE60"/>
          </a:solidFill>
          <a:ln w="12700">
            <a:solidFill>
              <a:srgbClr val="27AE60"/>
            </a:solidFill>
            <a:prstDash val="solid"/>
          </a:ln>
        </p:spPr>
        <p:txBody>
          <a:bodyPr/>
          <a:lstStyle/>
          <a:p>
            <a:endParaRPr lang="pt-PT"/>
          </a:p>
        </p:txBody>
      </p:sp>
      <p:sp>
        <p:nvSpPr>
          <p:cNvPr id="20" name="Text 18"/>
          <p:cNvSpPr/>
          <p:nvPr/>
        </p:nvSpPr>
        <p:spPr>
          <a:xfrm>
            <a:off x="6876288" y="886968"/>
            <a:ext cx="1993392" cy="658368"/>
          </a:xfrm>
          <a:prstGeom prst="rect">
            <a:avLst/>
          </a:prstGeom>
          <a:noFill/>
          <a:ln/>
        </p:spPr>
        <p:txBody>
          <a:bodyPr wrap="square" lIns="0" tIns="0" rIns="0" bIns="0" rtlCol="0" anchor="ctr"/>
          <a:lstStyle/>
          <a:p>
            <a:pPr marL="0" indent="0" algn="ctr">
              <a:buNone/>
            </a:pPr>
            <a:r>
              <a:rPr lang="en-US" sz="3200" b="1" dirty="0">
                <a:solidFill>
                  <a:srgbClr val="27AE60"/>
                </a:solidFill>
                <a:latin typeface="Trebuchet MS" pitchFamily="34" charset="0"/>
                <a:ea typeface="Trebuchet MS" pitchFamily="34" charset="-122"/>
                <a:cs typeface="Trebuchet MS" pitchFamily="34" charset="-120"/>
              </a:rPr>
              <a:t>2.18x</a:t>
            </a:r>
            <a:endParaRPr lang="en-US" sz="3200" dirty="0"/>
          </a:p>
        </p:txBody>
      </p:sp>
      <p:sp>
        <p:nvSpPr>
          <p:cNvPr id="21" name="Text 19"/>
          <p:cNvSpPr/>
          <p:nvPr/>
        </p:nvSpPr>
        <p:spPr>
          <a:xfrm>
            <a:off x="6876288"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Improvement over</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random baseline (0.111)</a:t>
            </a:r>
            <a:endParaRPr lang="en-US" sz="1100" dirty="0"/>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endParaRPr lang="pt-PT" sz="1600" b="1" dirty="0"/>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dirty="0">
                <a:solidFill>
                  <a:srgbClr val="888888"/>
                </a:solidFill>
                <a:latin typeface="Calibri"/>
              </a:rPr>
              <a:t>Always-Water              		0.021      		18.7%</a:t>
            </a:r>
          </a:p>
          <a:p>
            <a:pPr>
              <a:buNone/>
            </a:pPr>
            <a:r>
              <a:rPr lang="en-US" dirty="0">
                <a:solidFill>
                  <a:srgbClr val="028090"/>
                </a:solidFill>
                <a:latin typeface="Calibri"/>
              </a:rPr>
              <a:t>R_ls015_drop03 (solo)    	0.2396     		25.8%</a:t>
            </a:r>
          </a:p>
          <a:p>
            <a:pPr>
              <a:buNone/>
            </a:pPr>
            <a:r>
              <a:rPr lang="en-US" b="1" dirty="0">
                <a:solidFill>
                  <a:srgbClr val="00A896"/>
                </a:solidFill>
                <a:latin typeface="Calibri"/>
              </a:rPr>
              <a:t>ENS_C+E (submitted) ★		0.2428     		26.7%</a:t>
            </a:r>
          </a:p>
          <a:p>
            <a:pPr>
              <a:buNone/>
            </a:pPr>
            <a:r>
              <a:rPr lang="en-US" dirty="0">
                <a:solidFill>
                  <a:srgbClr val="1C3A52"/>
                </a:solidFill>
                <a:latin typeface="Calibri"/>
              </a:rPr>
              <a:t>Kaggle public test        		0.2288     		  —  </a:t>
            </a: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657600" cy="1124712"/>
          </a:xfrm>
          <a:prstGeom prst="rect">
            <a:avLst/>
          </a:prstGeom>
          <a:noFill/>
          <a:ln/>
        </p:spPr>
        <p:txBody>
          <a:bodyPr wrap="square" rtlCol="0" anchor="t"/>
          <a:lstStyle/>
          <a:p>
            <a:pPr>
              <a:buNone/>
            </a:pPr>
            <a:r>
              <a:rPr lang="en-US" b="1" dirty="0">
                <a:solidFill>
                  <a:srgbClr val="00A896"/>
                </a:solidFill>
                <a:latin typeface="Trebuchet MS"/>
              </a:rPr>
              <a:t>Our Model learned something</a:t>
            </a:r>
          </a:p>
          <a:p>
            <a:pPr marL="228600" indent="-228600">
              <a:buChar char="•"/>
            </a:pPr>
            <a:r>
              <a:rPr lang="en-US" sz="1600" b="1" dirty="0">
                <a:solidFill>
                  <a:srgbClr val="00A896"/>
                </a:solidFill>
                <a:latin typeface="Calibri"/>
              </a:rPr>
              <a:t>2x better than random guess</a:t>
            </a:r>
          </a:p>
          <a:p>
            <a:pPr marL="228600" indent="-228600">
              <a:buChar char="•"/>
            </a:pPr>
            <a:endParaRPr lang="en-US" sz="1600" b="1" dirty="0">
              <a:solidFill>
                <a:srgbClr val="00A896"/>
              </a:solidFill>
              <a:latin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 — </a:t>
            </a:r>
            <a:r>
              <a:rPr lang="en-US" sz="2200" b="1" dirty="0" err="1">
                <a:solidFill>
                  <a:srgbClr val="0D1B2A"/>
                </a:solidFill>
                <a:latin typeface="Trebuchet MS" pitchFamily="34" charset="0"/>
              </a:rPr>
              <a:t>Colour</a:t>
            </a:r>
            <a:r>
              <a:rPr lang="en-US" sz="2200" b="1" dirty="0">
                <a:solidFill>
                  <a:srgbClr val="0D1B2A"/>
                </a:solidFill>
                <a:latin typeface="Trebuchet MS" pitchFamily="34" charset="0"/>
              </a:rPr>
              <a:t> Palette Drives Performance</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rgbClr val="00A896"/>
                </a:solidFill>
                <a:latin typeface="Trebuchet MS"/>
              </a:rPr>
              <a:t>Pattern: </a:t>
            </a:r>
            <a:r>
              <a:rPr lang="en-US" sz="1100" dirty="0">
                <a:solidFill>
                  <a:srgbClr val="AACCD8"/>
                </a:solidFill>
                <a:latin typeface="Calibri"/>
              </a:rPr>
              <a:t>distinctive colour = high F1 (Fire/Poison/Water); shared palette or humanoid shape = low F1 (Bug/Rock/Fighting/Ground). </a:t>
            </a:r>
          </a:p>
          <a:p>
            <a:pPr>
              <a:buNone/>
            </a:pPr>
            <a:r>
              <a:rPr lang="en-US" sz="1100" dirty="0">
                <a:solidFill>
                  <a:srgbClr val="AACCD8"/>
                </a:solidFill>
                <a:latin typeface="Calibri"/>
              </a:rPr>
              <a:t>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rgbClr val="AACCD8"/>
                </a:solidFill>
                <a:latin typeface="Calibri"/>
              </a:rPr>
              <a:t>Normal = most diverse class: humanoids of every shape and size, no dominant colour</a:t>
            </a:r>
          </a:p>
          <a:p>
            <a:pPr marL="228600" indent="-228600">
              <a:buChar char="•"/>
            </a:pPr>
            <a:r>
              <a:rPr lang="en-US" sz="1100" dirty="0">
                <a:solidFill>
                  <a:srgbClr val="AACCD8"/>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extLst>
              <p:ext uri="{D42A27DB-BD31-4B8C-83A1-F6EECF244321}">
                <p14:modId xmlns:p14="http://schemas.microsoft.com/office/powerpoint/2010/main" val="1435827667"/>
              </p:ext>
            </p:extLst>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sz="900"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rtlCol="0" anchor="t"/>
          <a:lstStyle/>
          <a:p>
            <a:pPr>
              <a:buNone/>
            </a:pPr>
            <a:r>
              <a:rPr lang="en-US" sz="1200" b="1" dirty="0">
                <a:solidFill>
                  <a:srgbClr val="00A896"/>
                </a:solidFill>
                <a:latin typeface="Trebuchet MS"/>
              </a:rPr>
              <a:t>Kaggle gap — val 0.2428 vs test 0.2288</a:t>
            </a:r>
          </a:p>
          <a:p>
            <a:pPr>
              <a:buNone/>
            </a:pPr>
            <a:r>
              <a:rPr lang="en-US" sz="2000" b="1" dirty="0">
                <a:solidFill>
                  <a:srgbClr val="FFFFFF"/>
                </a:solidFill>
                <a:latin typeface="Trebuchet MS"/>
              </a:rPr>
              <a:t>−0.014</a:t>
            </a:r>
          </a:p>
          <a:p>
            <a:pPr>
              <a:buNone/>
            </a:pPr>
            <a:r>
              <a:rPr lang="en-US" sz="1000" b="1" dirty="0">
                <a:solidFill>
                  <a:srgbClr val="00A896"/>
                </a:solidFill>
                <a:latin typeface="Calibri"/>
              </a:rPr>
              <a:t>Why this gap is expected, not a pipeline bug:</a:t>
            </a:r>
          </a:p>
          <a:p>
            <a:pPr marL="228600" indent="-228600">
              <a:buChar char="•"/>
            </a:pPr>
            <a:r>
              <a:rPr lang="en-US" sz="1100" dirty="0">
                <a:solidFill>
                  <a:srgbClr val="AACCD8"/>
                </a:solidFill>
                <a:latin typeface="Calibri"/>
              </a:rPr>
              <a:t>Val set = 20% of the same sprite collection — easier than unseen test</a:t>
            </a:r>
          </a:p>
          <a:p>
            <a:pPr marL="228600" indent="-228600">
              <a:buChar char="•"/>
            </a:pPr>
            <a:r>
              <a:rPr lang="en-US" sz="1100" dirty="0">
                <a:solidFill>
                  <a:srgbClr val="AACCD8"/>
                </a:solidFill>
                <a:latin typeface="Calibri"/>
              </a:rPr>
              <a:t>Kaggle test may include harder or out-of-distribution sprites</a:t>
            </a:r>
          </a:p>
          <a:p>
            <a:pPr marL="228600" indent="-228600">
              <a:buChar char="•"/>
            </a:pPr>
            <a:r>
              <a:rPr lang="en-US" sz="1100" dirty="0">
                <a:solidFill>
                  <a:srgbClr val="AACCD8"/>
                </a:solidFill>
                <a:latin typeface="Calibri"/>
              </a:rPr>
              <a:t>No data leakage confirmed — normalisation computed only from train split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endParaRPr lang="pt-PT"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2.18x above random baseline. All 19 solo + 7 ensemble experiments are above random.</a:t>
            </a:r>
            <a:endParaRPr lang="en-US" sz="1000" dirty="0"/>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LS=0.15 rescued Rock from F1=0.000. All top-6 solo experiments use LS ≥ 0.1.</a:t>
            </a:r>
            <a:endParaRPr lang="en-US" sz="1000" dirty="0"/>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00" dirty="0"/>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val_loss ≈ log(9) = random. Feature-to-sample ratio 4.26:1 = no amount of tuning fixes this.</a:t>
            </a:r>
            <a:endParaRPr lang="en-US" sz="1000" dirty="0"/>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00" dirty="0"/>
          </a:p>
        </p:txBody>
      </p:sp>
      <p:sp>
        <p:nvSpPr>
          <p:cNvPr id="26" name="Shape 24"/>
          <p:cNvSpPr/>
          <p:nvPr/>
        </p:nvSpPr>
        <p:spPr>
          <a:xfrm>
            <a:off x="6565392" y="804672"/>
            <a:ext cx="2331720" cy="4114800"/>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Next: Task 2</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0" name="Text 28"/>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398</TotalTime>
  <Words>3828</Words>
  <Application>Microsoft Office PowerPoint</Application>
  <PresentationFormat>On-screen Show (16:9)</PresentationFormat>
  <Paragraphs>669</Paragraphs>
  <Slides>29</Slides>
  <Notes>17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29</vt:i4>
      </vt:variant>
    </vt:vector>
  </HeadingPairs>
  <TitlesOfParts>
    <vt:vector size="37" baseType="lpstr">
      <vt:lpstr>Arial</vt:lpstr>
      <vt:lpstr>Calibri</vt:lpstr>
      <vt:lpstr>Consolas</vt:lpstr>
      <vt:lpstr>Corbel</vt:lpstr>
      <vt:lpstr>Trebuchet MS</vt:lpstr>
      <vt:lpstr>Tw Cen MT</vt:lpstr>
      <vt:lpstr>Depth</vt:lpstr>
      <vt:lpstr>Droplet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Francisco Silva</cp:lastModifiedBy>
  <cp:revision>8</cp:revision>
  <dcterms:created xsi:type="dcterms:W3CDTF">2026-03-07T01:48:48Z</dcterms:created>
  <dcterms:modified xsi:type="dcterms:W3CDTF">2026-03-17T16:28:10Z</dcterms:modified>
</cp:coreProperties>
</file>