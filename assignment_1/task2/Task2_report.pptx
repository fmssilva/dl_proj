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0"/>
  </p:notesMasterIdLst>
  <p:sldIdLst>
    <p:sldId id="256" r:id="rId3"/>
    <p:sldId id="257" r:id="rId4"/>
    <p:sldId id="281" r:id="rId5"/>
    <p:sldId id="288" r:id="rId6"/>
    <p:sldId id="285" r:id="rId7"/>
    <p:sldId id="302" r:id="rId8"/>
    <p:sldId id="286" r:id="rId9"/>
    <p:sldId id="287" r:id="rId10"/>
    <p:sldId id="295" r:id="rId11"/>
    <p:sldId id="303" r:id="rId12"/>
    <p:sldId id="304" r:id="rId13"/>
    <p:sldId id="296" r:id="rId14"/>
    <p:sldId id="289" r:id="rId15"/>
    <p:sldId id="290" r:id="rId16"/>
    <p:sldId id="283" r:id="rId17"/>
    <p:sldId id="271" r:id="rId18"/>
    <p:sldId id="273" r:id="rId19"/>
    <p:sldId id="305" r:id="rId20"/>
    <p:sldId id="293" r:id="rId21"/>
    <p:sldId id="284" r:id="rId22"/>
    <p:sldId id="275" r:id="rId23"/>
    <p:sldId id="297" r:id="rId24"/>
    <p:sldId id="298" r:id="rId25"/>
    <p:sldId id="299" r:id="rId26"/>
    <p:sldId id="278" r:id="rId27"/>
    <p:sldId id="279" r:id="rId28"/>
    <p:sldId id="300" r:id="rId29"/>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0D1B2A"/>
    <a:srgbClr val="61B2E9"/>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968B7-DA67-72A4-3DF0-AEB616358612}" v="7715" dt="2026-03-25T11:10:53.253"/>
    <p1510:client id="{767BBB93-3087-B744-08BA-B89B3F0EEC89}" v="2734" dt="2026-03-25T17:11:20.895"/>
    <p1510:client id="{8CD50E63-8E47-5A93-9879-8D2832121154}" v="1381" dt="2026-03-25T22:05:17.5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60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3/25/2026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3/25/2026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8.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2</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What We Cover</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1</a:t>
            </a:r>
            <a:endParaRPr lang="en-US" sz="220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Model Development</a:t>
            </a:r>
            <a:endParaRPr lang="en-US" sz="140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Architectures  · Experiments · Augmentation · Regularization · Ensembles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2</a:t>
            </a:r>
            <a:endParaRPr lang="en-US" sz="220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rPr>
              <a:t>Training Efficiency</a:t>
            </a:r>
            <a:endParaRPr lang="en-US"/>
          </a:p>
        </p:txBody>
      </p:sp>
      <p:sp>
        <p:nvSpPr>
          <p:cNvPr id="17" name="Text 15"/>
          <p:cNvSpPr/>
          <p:nvPr/>
        </p:nvSpPr>
        <p:spPr>
          <a:xfrm>
            <a:off x="541629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3</a:t>
            </a:r>
            <a:endParaRPr lang="en-US" sz="220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Performance Evaluation</a:t>
            </a:r>
            <a:endParaRPr lang="en-US" sz="1400" b="1">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
        <p:nvSpPr>
          <p:cNvPr id="25" name="Shape 23"/>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4</a:t>
            </a:r>
            <a:endParaRPr lang="en-US" sz="2200" dirty="0"/>
          </a:p>
        </p:txBody>
      </p:sp>
      <p:sp>
        <p:nvSpPr>
          <p:cNvPr id="30" name="Text 28"/>
          <p:cNvSpPr/>
          <p:nvPr/>
        </p:nvSpPr>
        <p:spPr>
          <a:xfrm>
            <a:off x="544068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Performance Evaluation</a:t>
            </a:r>
            <a:endParaRPr lang="en-US" sz="1400" dirty="0"/>
          </a:p>
        </p:txBody>
      </p:sp>
      <p:sp>
        <p:nvSpPr>
          <p:cNvPr id="31" name="Text 29"/>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3288011220"/>
              </p:ext>
            </p:extLst>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F1D40FED-81BC-FB83-7C8D-D35BC772905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7" name="NumCircle">
            <a:extLst>
              <a:ext uri="{FF2B5EF4-FFF2-40B4-BE49-F238E27FC236}">
                <a16:creationId xmlns:a16="http://schemas.microsoft.com/office/drawing/2014/main" id="{62AE0E9A-E324-33CD-BE2D-4032AEA07E4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extLst>
      <p:ext uri="{BB962C8B-B14F-4D97-AF65-F5344CB8AC3E}">
        <p14:creationId xmlns:p14="http://schemas.microsoft.com/office/powerpoint/2010/main" val="166130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NumCircle">
            <a:extLst>
              <a:ext uri="{FF2B5EF4-FFF2-40B4-BE49-F238E27FC236}">
                <a16:creationId xmlns:a16="http://schemas.microsoft.com/office/drawing/2014/main" id="{E5E4B655-0C2C-EE7E-736B-22A386EA0052}"/>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Tree>
    <p:extLst>
      <p:ext uri="{BB962C8B-B14F-4D97-AF65-F5344CB8AC3E}">
        <p14:creationId xmlns:p14="http://schemas.microsoft.com/office/powerpoint/2010/main" val="3772889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Tree>
    <p:extLst>
      <p:ext uri="{BB962C8B-B14F-4D97-AF65-F5344CB8AC3E}">
        <p14:creationId xmlns:p14="http://schemas.microsoft.com/office/powerpoint/2010/main" val="2878720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Tree>
    <p:extLst>
      <p:ext uri="{BB962C8B-B14F-4D97-AF65-F5344CB8AC3E}">
        <p14:creationId xmlns:p14="http://schemas.microsoft.com/office/powerpoint/2010/main" val="1377209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39AA655E-DFCA-46F8-1411-C263A94E8474}"/>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sp>
        <p:nvSpPr>
          <p:cNvPr id="9" name="NumCircle">
            <a:extLst>
              <a:ext uri="{FF2B5EF4-FFF2-40B4-BE49-F238E27FC236}">
                <a16:creationId xmlns:a16="http://schemas.microsoft.com/office/drawing/2014/main" id="{D14A1906-5B7B-814C-FBC6-9376987DB7A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Tree>
    <p:extLst>
      <p:ext uri="{BB962C8B-B14F-4D97-AF65-F5344CB8AC3E}">
        <p14:creationId xmlns:p14="http://schemas.microsoft.com/office/powerpoint/2010/main" val="2389097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267002824"/>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endParaRPr lang="en-US" sz="28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2571018"/>
              </p:ext>
            </p:extLst>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19C6034F-83B9-2393-B074-9BCEEDF2312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A87C9746-02DE-E79B-7221-A06138DE9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a:extLst>
              <a:ext uri="{FF2B5EF4-FFF2-40B4-BE49-F238E27FC236}">
                <a16:creationId xmlns:a16="http://schemas.microsoft.com/office/drawing/2014/main" id="{D216AB00-FD52-227D-A70F-9F876A54AF00}"/>
              </a:ext>
            </a:extLst>
          </p:cNvPr>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a:extLst>
              <a:ext uri="{FF2B5EF4-FFF2-40B4-BE49-F238E27FC236}">
                <a16:creationId xmlns:a16="http://schemas.microsoft.com/office/drawing/2014/main" id="{632C09BB-7A18-A75A-D099-409704408A7B}"/>
              </a:ext>
            </a:extLst>
          </p:cNvPr>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extLst>
              <p:ext uri="{D42A27DB-BD31-4B8C-83A1-F6EECF244321}">
                <p14:modId xmlns:p14="http://schemas.microsoft.com/office/powerpoint/2010/main" val="2351065962"/>
              </p:ext>
            </p:extLst>
          </p:nvPr>
        </p:nvGraphicFramePr>
        <p:xfrm>
          <a:off x="347472" y="644652"/>
          <a:ext cx="8449056" cy="223935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6" name="Shape 2">
            <a:extLst>
              <a:ext uri="{FF2B5EF4-FFF2-40B4-BE49-F238E27FC236}">
                <a16:creationId xmlns:a16="http://schemas.microsoft.com/office/drawing/2014/main" id="{82704C14-F5D6-D083-24CA-0D130A2E709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74C52EFB-1E20-25F8-57B1-32B1578DC6A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Tree>
    <p:extLst>
      <p:ext uri="{BB962C8B-B14F-4D97-AF65-F5344CB8AC3E}">
        <p14:creationId xmlns:p14="http://schemas.microsoft.com/office/powerpoint/2010/main" val="1374614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Train Eff</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3</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4091317701"/>
              </p:ext>
            </p:extLst>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1.0000</a:t>
            </a:r>
          </a:p>
          <a:p>
            <a:r>
              <a:rPr lang="en-US" sz="2000" b="1">
                <a:solidFill>
                  <a:srgbClr val="FFFFFF"/>
                </a:solidFill>
                <a:latin typeface="Trebuchet MS"/>
              </a:rPr>
              <a:t>	−0.0000 (-0.00%)</a:t>
            </a:r>
          </a:p>
          <a:p>
            <a:pPr>
              <a:buNone/>
            </a:pPr>
            <a:endParaRPr lang="en-US" sz="1000" b="1" dirty="0">
              <a:solidFill>
                <a:srgbClr val="00A896"/>
              </a:solidFill>
              <a:latin typeface="Calibri"/>
            </a:endParaRPr>
          </a:p>
          <a:p>
            <a:r>
              <a:rPr lang="en-US" sz="1000" b="1">
                <a:solidFill>
                  <a:srgbClr val="00A896"/>
                </a:solidFill>
                <a:latin typeface="Calibri"/>
              </a:rPr>
              <a:t>No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endParaRPr lang="en-US" sz="2800"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1.0000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a:solidFill>
                  <a:srgbClr val="FFFFFF"/>
                </a:solidFill>
                <a:latin typeface="Calibri"/>
                <a:ea typeface="Calibri"/>
                <a:cs typeface="Calibri"/>
              </a:rPr>
              <a:t>Task 2 complete  ·  Kaggle score: 1.0000 · 17 experiments  ·  ~37 min on T4</a:t>
            </a:r>
            <a:endParaRPr lang="en-US" sz="1000">
              <a:latin typeface="Calibri"/>
              <a:ea typeface="Calibri"/>
              <a:cs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  ·  TASK 2</a:t>
            </a:r>
            <a:endParaRPr lang="en-US" sz="100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522</TotalTime>
  <Words>3877</Words>
  <Application>Microsoft Office PowerPoint</Application>
  <PresentationFormat>On-screen Show (16:9)</PresentationFormat>
  <Paragraphs>680</Paragraphs>
  <Slides>27</Slides>
  <Notes>12</Notes>
  <HiddenSlides>0</HiddenSlides>
  <MMClips>0</MMClips>
  <ScaleCrop>false</ScaleCrop>
  <HeadingPairs>
    <vt:vector size="4" baseType="variant">
      <vt:variant>
        <vt:lpstr>Theme</vt:lpstr>
      </vt:variant>
      <vt:variant>
        <vt:i4>2</vt:i4>
      </vt:variant>
      <vt:variant>
        <vt:lpstr>Slide Titles</vt:lpstr>
      </vt:variant>
      <vt:variant>
        <vt:i4>27</vt:i4>
      </vt:variant>
    </vt:vector>
  </HeadingPairs>
  <TitlesOfParts>
    <vt:vector size="29"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Rúben Silva</cp:lastModifiedBy>
  <cp:revision>1919</cp:revision>
  <dcterms:created xsi:type="dcterms:W3CDTF">2026-03-07T01:48:48Z</dcterms:created>
  <dcterms:modified xsi:type="dcterms:W3CDTF">2026-03-25T22:08:36Z</dcterms:modified>
</cp:coreProperties>
</file>